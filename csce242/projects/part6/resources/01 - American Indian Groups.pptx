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tags/tag3.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4.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ags/tag5.xml" ContentType="application/vnd.openxmlformats-officedocument.presentationml.tag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7.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8.xml" ContentType="application/vnd.openxmlformats-officedocument.presentationml.tags+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9.xml" ContentType="application/vnd.openxmlformats-officedocument.presentationml.tags+xml"/>
  <Override PartName="/ppt/notesSlides/notesSlide23.xml" ContentType="application/vnd.openxmlformats-officedocument.presentationml.notesSlide+xml"/>
  <Override PartName="/ppt/tags/tag10.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8"/>
  </p:notesMasterIdLst>
  <p:sldIdLst>
    <p:sldId id="256" r:id="rId2"/>
    <p:sldId id="277" r:id="rId3"/>
    <p:sldId id="287" r:id="rId4"/>
    <p:sldId id="269" r:id="rId5"/>
    <p:sldId id="270" r:id="rId6"/>
    <p:sldId id="260" r:id="rId7"/>
    <p:sldId id="262" r:id="rId8"/>
    <p:sldId id="271" r:id="rId9"/>
    <p:sldId id="268" r:id="rId10"/>
    <p:sldId id="261" r:id="rId11"/>
    <p:sldId id="285" r:id="rId12"/>
    <p:sldId id="278" r:id="rId13"/>
    <p:sldId id="279" r:id="rId14"/>
    <p:sldId id="257" r:id="rId15"/>
    <p:sldId id="284" r:id="rId16"/>
    <p:sldId id="258" r:id="rId17"/>
    <p:sldId id="274" r:id="rId18"/>
    <p:sldId id="259" r:id="rId19"/>
    <p:sldId id="281" r:id="rId20"/>
    <p:sldId id="282" r:id="rId21"/>
    <p:sldId id="280" r:id="rId22"/>
    <p:sldId id="266" r:id="rId23"/>
    <p:sldId id="272" r:id="rId24"/>
    <p:sldId id="275" r:id="rId25"/>
    <p:sldId id="283" r:id="rId26"/>
    <p:sldId id="286"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1AA69"/>
    <a:srgbClr val="B17250"/>
    <a:srgbClr val="80A656"/>
    <a:srgbClr val="74974B"/>
    <a:srgbClr val="FBED83"/>
    <a:srgbClr val="DEA2B6"/>
    <a:srgbClr val="66A0C1"/>
    <a:srgbClr val="C9CA4A"/>
    <a:srgbClr val="F2C24B"/>
    <a:srgbClr val="FADBC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249846-8A28-452A-9272-20AA52B7D7B3}" v="63" dt="2025-07-01T14:42:02.1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7046" autoAdjust="0"/>
  </p:normalViewPr>
  <p:slideViewPr>
    <p:cSldViewPr snapToGrid="0">
      <p:cViewPr>
        <p:scale>
          <a:sx n="60" d="100"/>
          <a:sy n="60" d="100"/>
        </p:scale>
        <p:origin x="1698" y="7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ke Rosa" userId="1d61d1c10e8030a1" providerId="LiveId" clId="{44C112C5-CA08-4FC4-8F2B-4C8BC7D1D3FD}"/>
    <pc:docChg chg="modSld">
      <pc:chgData name="Luke Rosa" userId="1d61d1c10e8030a1" providerId="LiveId" clId="{44C112C5-CA08-4FC4-8F2B-4C8BC7D1D3FD}" dt="2024-07-11T15:30:42.552" v="60" actId="404"/>
      <pc:docMkLst>
        <pc:docMk/>
      </pc:docMkLst>
      <pc:sldChg chg="modSp mod">
        <pc:chgData name="Luke Rosa" userId="1d61d1c10e8030a1" providerId="LiveId" clId="{44C112C5-CA08-4FC4-8F2B-4C8BC7D1D3FD}" dt="2024-07-11T15:30:42.552" v="60" actId="404"/>
        <pc:sldMkLst>
          <pc:docMk/>
          <pc:sldMk cId="3583304755" sldId="277"/>
        </pc:sldMkLst>
      </pc:sldChg>
      <pc:sldChg chg="modSp modAnim">
        <pc:chgData name="Luke Rosa" userId="1d61d1c10e8030a1" providerId="LiveId" clId="{44C112C5-CA08-4FC4-8F2B-4C8BC7D1D3FD}" dt="2024-07-11T15:29:46.236" v="7" actId="20577"/>
        <pc:sldMkLst>
          <pc:docMk/>
          <pc:sldMk cId="1381047335" sldId="278"/>
        </pc:sldMkLst>
      </pc:sldChg>
    </pc:docChg>
  </pc:docChgLst>
  <pc:docChgLst>
    <pc:chgData name="Luke Rosa" userId="1d61d1c10e8030a1" providerId="LiveId" clId="{44249846-8A28-452A-9272-20AA52B7D7B3}"/>
    <pc:docChg chg="undo custSel addSld modSld sldOrd modMainMaster modNotesMaster">
      <pc:chgData name="Luke Rosa" userId="1d61d1c10e8030a1" providerId="LiveId" clId="{44249846-8A28-452A-9272-20AA52B7D7B3}" dt="2025-07-01T14:44:05.607" v="397"/>
      <pc:docMkLst>
        <pc:docMk/>
      </pc:docMkLst>
      <pc:sldChg chg="modSp mod ord modNotes">
        <pc:chgData name="Luke Rosa" userId="1d61d1c10e8030a1" providerId="LiveId" clId="{44249846-8A28-452A-9272-20AA52B7D7B3}" dt="2025-07-01T14:44:05.607" v="397"/>
        <pc:sldMkLst>
          <pc:docMk/>
          <pc:sldMk cId="3037344308" sldId="256"/>
        </pc:sldMkLst>
        <pc:spChg chg="mod">
          <ac:chgData name="Luke Rosa" userId="1d61d1c10e8030a1" providerId="LiveId" clId="{44249846-8A28-452A-9272-20AA52B7D7B3}" dt="2025-07-01T13:39:06.232" v="0"/>
          <ac:spMkLst>
            <pc:docMk/>
            <pc:sldMk cId="3037344308" sldId="256"/>
            <ac:spMk id="4" creationId="{FE2CD825-0E23-4190-BA4B-8EA640ECF1E7}"/>
          </ac:spMkLst>
        </pc:spChg>
        <pc:picChg chg="mod modCrop">
          <ac:chgData name="Luke Rosa" userId="1d61d1c10e8030a1" providerId="LiveId" clId="{44249846-8A28-452A-9272-20AA52B7D7B3}" dt="2025-07-01T13:39:35.114" v="33" actId="14100"/>
          <ac:picMkLst>
            <pc:docMk/>
            <pc:sldMk cId="3037344308" sldId="256"/>
            <ac:picMk id="6" creationId="{3F187045-EFE2-46AC-9A18-E6782522153E}"/>
          </ac:picMkLst>
        </pc:picChg>
        <pc:picChg chg="mod">
          <ac:chgData name="Luke Rosa" userId="1d61d1c10e8030a1" providerId="LiveId" clId="{44249846-8A28-452A-9272-20AA52B7D7B3}" dt="2025-07-01T13:39:44.630" v="36" actId="1076"/>
          <ac:picMkLst>
            <pc:docMk/>
            <pc:sldMk cId="3037344308" sldId="256"/>
            <ac:picMk id="8" creationId="{764AA12F-9C11-4347-9EDC-7E440B23C047}"/>
          </ac:picMkLst>
        </pc:picChg>
      </pc:sldChg>
      <pc:sldChg chg="modSp mod modNotes">
        <pc:chgData name="Luke Rosa" userId="1d61d1c10e8030a1" providerId="LiveId" clId="{44249846-8A28-452A-9272-20AA52B7D7B3}" dt="2025-07-01T13:42:02.503" v="94" actId="403"/>
        <pc:sldMkLst>
          <pc:docMk/>
          <pc:sldMk cId="1557488612" sldId="257"/>
        </pc:sldMkLst>
        <pc:spChg chg="mod">
          <ac:chgData name="Luke Rosa" userId="1d61d1c10e8030a1" providerId="LiveId" clId="{44249846-8A28-452A-9272-20AA52B7D7B3}" dt="2025-07-01T13:42:02.503" v="94" actId="403"/>
          <ac:spMkLst>
            <pc:docMk/>
            <pc:sldMk cId="1557488612" sldId="257"/>
            <ac:spMk id="8" creationId="{8F1EE092-C2B5-480F-9C46-7B753372916D}"/>
          </ac:spMkLst>
        </pc:spChg>
        <pc:picChg chg="mod">
          <ac:chgData name="Luke Rosa" userId="1d61d1c10e8030a1" providerId="LiveId" clId="{44249846-8A28-452A-9272-20AA52B7D7B3}" dt="2025-07-01T13:41:59.665" v="93" actId="1076"/>
          <ac:picMkLst>
            <pc:docMk/>
            <pc:sldMk cId="1557488612" sldId="257"/>
            <ac:picMk id="11" creationId="{00C809E1-D5A4-4289-99C1-79332501035E}"/>
          </ac:picMkLst>
        </pc:picChg>
        <pc:picChg chg="mod">
          <ac:chgData name="Luke Rosa" userId="1d61d1c10e8030a1" providerId="LiveId" clId="{44249846-8A28-452A-9272-20AA52B7D7B3}" dt="2025-07-01T13:41:55.382" v="91" actId="1076"/>
          <ac:picMkLst>
            <pc:docMk/>
            <pc:sldMk cId="1557488612" sldId="257"/>
            <ac:picMk id="13" creationId="{0ED0E2A5-A488-4FE5-B930-38BDE3E3EE9D}"/>
          </ac:picMkLst>
        </pc:picChg>
      </pc:sldChg>
      <pc:sldChg chg="modSp mod modNotes">
        <pc:chgData name="Luke Rosa" userId="1d61d1c10e8030a1" providerId="LiveId" clId="{44249846-8A28-452A-9272-20AA52B7D7B3}" dt="2025-07-01T13:42:19.585" v="100" actId="1076"/>
        <pc:sldMkLst>
          <pc:docMk/>
          <pc:sldMk cId="1272501350" sldId="258"/>
        </pc:sldMkLst>
        <pc:spChg chg="mod">
          <ac:chgData name="Luke Rosa" userId="1d61d1c10e8030a1" providerId="LiveId" clId="{44249846-8A28-452A-9272-20AA52B7D7B3}" dt="2025-07-01T13:42:15.722" v="98" actId="1076"/>
          <ac:spMkLst>
            <pc:docMk/>
            <pc:sldMk cId="1272501350" sldId="258"/>
            <ac:spMk id="3" creationId="{9A81C69B-E242-4166-B606-5A2849EDA0A8}"/>
          </ac:spMkLst>
        </pc:spChg>
        <pc:picChg chg="mod">
          <ac:chgData name="Luke Rosa" userId="1d61d1c10e8030a1" providerId="LiveId" clId="{44249846-8A28-452A-9272-20AA52B7D7B3}" dt="2025-07-01T13:42:17.521" v="99" actId="1076"/>
          <ac:picMkLst>
            <pc:docMk/>
            <pc:sldMk cId="1272501350" sldId="258"/>
            <ac:picMk id="4" creationId="{292D85CC-93E3-4377-8C15-8A6E7879E30A}"/>
          </ac:picMkLst>
        </pc:picChg>
        <pc:picChg chg="mod">
          <ac:chgData name="Luke Rosa" userId="1d61d1c10e8030a1" providerId="LiveId" clId="{44249846-8A28-452A-9272-20AA52B7D7B3}" dt="2025-07-01T13:42:19.585" v="100" actId="1076"/>
          <ac:picMkLst>
            <pc:docMk/>
            <pc:sldMk cId="1272501350" sldId="258"/>
            <ac:picMk id="5" creationId="{7964A3E0-E26B-498E-955B-F04908A87CFA}"/>
          </ac:picMkLst>
        </pc:picChg>
      </pc:sldChg>
      <pc:sldChg chg="modSp mod modNotes">
        <pc:chgData name="Luke Rosa" userId="1d61d1c10e8030a1" providerId="LiveId" clId="{44249846-8A28-452A-9272-20AA52B7D7B3}" dt="2025-07-01T14:43:43.090" v="370" actId="14100"/>
        <pc:sldMkLst>
          <pc:docMk/>
          <pc:sldMk cId="4138656794" sldId="259"/>
        </pc:sldMkLst>
        <pc:spChg chg="mod">
          <ac:chgData name="Luke Rosa" userId="1d61d1c10e8030a1" providerId="LiveId" clId="{44249846-8A28-452A-9272-20AA52B7D7B3}" dt="2025-07-01T14:43:43.090" v="370" actId="14100"/>
          <ac:spMkLst>
            <pc:docMk/>
            <pc:sldMk cId="4138656794" sldId="259"/>
            <ac:spMk id="4" creationId="{7C4CEB66-B2F6-4575-A22E-3FA7A26C7A50}"/>
          </ac:spMkLst>
        </pc:spChg>
        <pc:picChg chg="mod">
          <ac:chgData name="Luke Rosa" userId="1d61d1c10e8030a1" providerId="LiveId" clId="{44249846-8A28-452A-9272-20AA52B7D7B3}" dt="2025-07-01T13:42:31.413" v="105" actId="1076"/>
          <ac:picMkLst>
            <pc:docMk/>
            <pc:sldMk cId="4138656794" sldId="259"/>
            <ac:picMk id="5" creationId="{F941D383-C177-4BAA-B45E-01E8DFD41A4B}"/>
          </ac:picMkLst>
        </pc:picChg>
        <pc:picChg chg="mod">
          <ac:chgData name="Luke Rosa" userId="1d61d1c10e8030a1" providerId="LiveId" clId="{44249846-8A28-452A-9272-20AA52B7D7B3}" dt="2025-07-01T13:42:26.578" v="103" actId="1076"/>
          <ac:picMkLst>
            <pc:docMk/>
            <pc:sldMk cId="4138656794" sldId="259"/>
            <ac:picMk id="6" creationId="{D338D170-90F2-411E-84F1-F8DA25B83419}"/>
          </ac:picMkLst>
        </pc:picChg>
        <pc:picChg chg="mod">
          <ac:chgData name="Luke Rosa" userId="1d61d1c10e8030a1" providerId="LiveId" clId="{44249846-8A28-452A-9272-20AA52B7D7B3}" dt="2025-07-01T13:42:23.065" v="101" actId="1076"/>
          <ac:picMkLst>
            <pc:docMk/>
            <pc:sldMk cId="4138656794" sldId="259"/>
            <ac:picMk id="7" creationId="{264CA61E-EB48-4CC3-A131-C64A86E55C58}"/>
          </ac:picMkLst>
        </pc:picChg>
        <pc:picChg chg="mod">
          <ac:chgData name="Luke Rosa" userId="1d61d1c10e8030a1" providerId="LiveId" clId="{44249846-8A28-452A-9272-20AA52B7D7B3}" dt="2025-07-01T14:43:37.981" v="369" actId="1076"/>
          <ac:picMkLst>
            <pc:docMk/>
            <pc:sldMk cId="4138656794" sldId="259"/>
            <ac:picMk id="8" creationId="{614F59AA-53D3-4648-8752-ECC8CABC406B}"/>
          </ac:picMkLst>
        </pc:picChg>
      </pc:sldChg>
      <pc:sldChg chg="modSp mod modNotes">
        <pc:chgData name="Luke Rosa" userId="1d61d1c10e8030a1" providerId="LiveId" clId="{44249846-8A28-452A-9272-20AA52B7D7B3}" dt="2025-07-01T13:40:13.559" v="46" actId="207"/>
        <pc:sldMkLst>
          <pc:docMk/>
          <pc:sldMk cId="2771304847" sldId="260"/>
        </pc:sldMkLst>
        <pc:spChg chg="mod">
          <ac:chgData name="Luke Rosa" userId="1d61d1c10e8030a1" providerId="LiveId" clId="{44249846-8A28-452A-9272-20AA52B7D7B3}" dt="2025-07-01T13:39:06.232" v="0"/>
          <ac:spMkLst>
            <pc:docMk/>
            <pc:sldMk cId="2771304847" sldId="260"/>
            <ac:spMk id="3" creationId="{7697ED2F-DCBB-4E7D-BA0D-F90B0E7BF9ED}"/>
          </ac:spMkLst>
        </pc:spChg>
        <pc:spChg chg="mod">
          <ac:chgData name="Luke Rosa" userId="1d61d1c10e8030a1" providerId="LiveId" clId="{44249846-8A28-452A-9272-20AA52B7D7B3}" dt="2025-07-01T13:40:13.559" v="46" actId="207"/>
          <ac:spMkLst>
            <pc:docMk/>
            <pc:sldMk cId="2771304847" sldId="260"/>
            <ac:spMk id="5" creationId="{0DF1937B-E996-42F8-A3E3-725B5E67D12E}"/>
          </ac:spMkLst>
        </pc:spChg>
        <pc:picChg chg="mod">
          <ac:chgData name="Luke Rosa" userId="1d61d1c10e8030a1" providerId="LiveId" clId="{44249846-8A28-452A-9272-20AA52B7D7B3}" dt="2025-07-01T13:39:58.762" v="40" actId="1076"/>
          <ac:picMkLst>
            <pc:docMk/>
            <pc:sldMk cId="2771304847" sldId="260"/>
            <ac:picMk id="6" creationId="{BFF13380-E398-49EE-9801-B2D3FC2C6AAF}"/>
          </ac:picMkLst>
        </pc:picChg>
        <pc:picChg chg="mod">
          <ac:chgData name="Luke Rosa" userId="1d61d1c10e8030a1" providerId="LiveId" clId="{44249846-8A28-452A-9272-20AA52B7D7B3}" dt="2025-07-01T13:40:00.338" v="41" actId="1076"/>
          <ac:picMkLst>
            <pc:docMk/>
            <pc:sldMk cId="2771304847" sldId="260"/>
            <ac:picMk id="7" creationId="{67242028-6953-49A2-82AF-946156B3BF36}"/>
          </ac:picMkLst>
        </pc:picChg>
      </pc:sldChg>
      <pc:sldChg chg="modSp mod modNotes">
        <pc:chgData name="Luke Rosa" userId="1d61d1c10e8030a1" providerId="LiveId" clId="{44249846-8A28-452A-9272-20AA52B7D7B3}" dt="2025-07-01T13:41:25.254" v="80" actId="1076"/>
        <pc:sldMkLst>
          <pc:docMk/>
          <pc:sldMk cId="729520659" sldId="261"/>
        </pc:sldMkLst>
        <pc:spChg chg="mod">
          <ac:chgData name="Luke Rosa" userId="1d61d1c10e8030a1" providerId="LiveId" clId="{44249846-8A28-452A-9272-20AA52B7D7B3}" dt="2025-07-01T13:41:24.429" v="79" actId="1076"/>
          <ac:spMkLst>
            <pc:docMk/>
            <pc:sldMk cId="729520659" sldId="261"/>
            <ac:spMk id="8" creationId="{EEE1DF09-DA54-4C13-B6A3-980ED0664822}"/>
          </ac:spMkLst>
        </pc:spChg>
        <pc:picChg chg="mod">
          <ac:chgData name="Luke Rosa" userId="1d61d1c10e8030a1" providerId="LiveId" clId="{44249846-8A28-452A-9272-20AA52B7D7B3}" dt="2025-07-01T13:41:25.254" v="80" actId="1076"/>
          <ac:picMkLst>
            <pc:docMk/>
            <pc:sldMk cId="729520659" sldId="261"/>
            <ac:picMk id="6" creationId="{EE71F2E1-2674-4205-9031-FEEA8858FF9B}"/>
          </ac:picMkLst>
        </pc:picChg>
        <pc:picChg chg="mod">
          <ac:chgData name="Luke Rosa" userId="1d61d1c10e8030a1" providerId="LiveId" clId="{44249846-8A28-452A-9272-20AA52B7D7B3}" dt="2025-07-01T13:41:22.336" v="78" actId="14100"/>
          <ac:picMkLst>
            <pc:docMk/>
            <pc:sldMk cId="729520659" sldId="261"/>
            <ac:picMk id="7" creationId="{77678782-8E4C-44F3-9AD7-20D3E7BF5295}"/>
          </ac:picMkLst>
        </pc:picChg>
      </pc:sldChg>
      <pc:sldChg chg="modSp mod modNotes">
        <pc:chgData name="Luke Rosa" userId="1d61d1c10e8030a1" providerId="LiveId" clId="{44249846-8A28-452A-9272-20AA52B7D7B3}" dt="2025-07-01T13:40:48.041" v="61" actId="207"/>
        <pc:sldMkLst>
          <pc:docMk/>
          <pc:sldMk cId="1248379119" sldId="262"/>
        </pc:sldMkLst>
        <pc:spChg chg="mod">
          <ac:chgData name="Luke Rosa" userId="1d61d1c10e8030a1" providerId="LiveId" clId="{44249846-8A28-452A-9272-20AA52B7D7B3}" dt="2025-07-01T13:40:35.400" v="54" actId="14100"/>
          <ac:spMkLst>
            <pc:docMk/>
            <pc:sldMk cId="1248379119" sldId="262"/>
            <ac:spMk id="5" creationId="{1637DA09-677B-41D8-A464-86005EA8F5FE}"/>
          </ac:spMkLst>
        </pc:spChg>
        <pc:spChg chg="mod">
          <ac:chgData name="Luke Rosa" userId="1d61d1c10e8030a1" providerId="LiveId" clId="{44249846-8A28-452A-9272-20AA52B7D7B3}" dt="2025-07-01T13:40:48.041" v="61" actId="207"/>
          <ac:spMkLst>
            <pc:docMk/>
            <pc:sldMk cId="1248379119" sldId="262"/>
            <ac:spMk id="6" creationId="{7156A63D-44BC-4BBF-9E9D-BC84EB9B16AE}"/>
          </ac:spMkLst>
        </pc:spChg>
        <pc:picChg chg="mod">
          <ac:chgData name="Luke Rosa" userId="1d61d1c10e8030a1" providerId="LiveId" clId="{44249846-8A28-452A-9272-20AA52B7D7B3}" dt="2025-07-01T13:39:06.232" v="0"/>
          <ac:picMkLst>
            <pc:docMk/>
            <pc:sldMk cId="1248379119" sldId="262"/>
            <ac:picMk id="4" creationId="{6DA53ADE-4A6C-45B7-BE87-FF02235ECAB2}"/>
          </ac:picMkLst>
        </pc:picChg>
        <pc:picChg chg="mod">
          <ac:chgData name="Luke Rosa" userId="1d61d1c10e8030a1" providerId="LiveId" clId="{44249846-8A28-452A-9272-20AA52B7D7B3}" dt="2025-07-01T13:40:22.776" v="48" actId="14100"/>
          <ac:picMkLst>
            <pc:docMk/>
            <pc:sldMk cId="1248379119" sldId="262"/>
            <ac:picMk id="8" creationId="{C5068267-FA79-4BA5-AADE-30B9A368E374}"/>
          </ac:picMkLst>
        </pc:picChg>
      </pc:sldChg>
      <pc:sldChg chg="modSp modNotes">
        <pc:chgData name="Luke Rosa" userId="1d61d1c10e8030a1" providerId="LiveId" clId="{44249846-8A28-452A-9272-20AA52B7D7B3}" dt="2025-07-01T13:39:06.232" v="0"/>
        <pc:sldMkLst>
          <pc:docMk/>
          <pc:sldMk cId="2395700621" sldId="266"/>
        </pc:sldMkLst>
        <pc:picChg chg="mod">
          <ac:chgData name="Luke Rosa" userId="1d61d1c10e8030a1" providerId="LiveId" clId="{44249846-8A28-452A-9272-20AA52B7D7B3}" dt="2025-07-01T13:39:06.232" v="0"/>
          <ac:picMkLst>
            <pc:docMk/>
            <pc:sldMk cId="2395700621" sldId="266"/>
            <ac:picMk id="2" creationId="{269DBA68-A8A0-4769-91FF-1AA34825F0C8}"/>
          </ac:picMkLst>
        </pc:picChg>
      </pc:sldChg>
      <pc:sldChg chg="modSp modNotes">
        <pc:chgData name="Luke Rosa" userId="1d61d1c10e8030a1" providerId="LiveId" clId="{44249846-8A28-452A-9272-20AA52B7D7B3}" dt="2025-07-01T13:39:06.232" v="0"/>
        <pc:sldMkLst>
          <pc:docMk/>
          <pc:sldMk cId="526624923" sldId="268"/>
        </pc:sldMkLst>
        <pc:picChg chg="mod">
          <ac:chgData name="Luke Rosa" userId="1d61d1c10e8030a1" providerId="LiveId" clId="{44249846-8A28-452A-9272-20AA52B7D7B3}" dt="2025-07-01T13:39:06.232" v="0"/>
          <ac:picMkLst>
            <pc:docMk/>
            <pc:sldMk cId="526624923" sldId="268"/>
            <ac:picMk id="2" creationId="{9B494129-469D-4AC8-BBD6-B69F9E15055E}"/>
          </ac:picMkLst>
        </pc:picChg>
        <pc:picChg chg="mod">
          <ac:chgData name="Luke Rosa" userId="1d61d1c10e8030a1" providerId="LiveId" clId="{44249846-8A28-452A-9272-20AA52B7D7B3}" dt="2025-07-01T13:39:06.232" v="0"/>
          <ac:picMkLst>
            <pc:docMk/>
            <pc:sldMk cId="526624923" sldId="268"/>
            <ac:picMk id="3" creationId="{1B2C14D1-FEDE-4E11-846F-8F6BB30CB03E}"/>
          </ac:picMkLst>
        </pc:picChg>
      </pc:sldChg>
      <pc:sldChg chg="modSp modNotes">
        <pc:chgData name="Luke Rosa" userId="1d61d1c10e8030a1" providerId="LiveId" clId="{44249846-8A28-452A-9272-20AA52B7D7B3}" dt="2025-07-01T13:39:06.232" v="0"/>
        <pc:sldMkLst>
          <pc:docMk/>
          <pc:sldMk cId="1605764645" sldId="269"/>
        </pc:sldMkLst>
        <pc:picChg chg="mod">
          <ac:chgData name="Luke Rosa" userId="1d61d1c10e8030a1" providerId="LiveId" clId="{44249846-8A28-452A-9272-20AA52B7D7B3}" dt="2025-07-01T13:39:06.232" v="0"/>
          <ac:picMkLst>
            <pc:docMk/>
            <pc:sldMk cId="1605764645" sldId="269"/>
            <ac:picMk id="2" creationId="{46D833CB-FF5C-44F4-9E7B-F5C4263794F2}"/>
          </ac:picMkLst>
        </pc:picChg>
        <pc:picChg chg="mod">
          <ac:chgData name="Luke Rosa" userId="1d61d1c10e8030a1" providerId="LiveId" clId="{44249846-8A28-452A-9272-20AA52B7D7B3}" dt="2025-07-01T13:39:06.232" v="0"/>
          <ac:picMkLst>
            <pc:docMk/>
            <pc:sldMk cId="1605764645" sldId="269"/>
            <ac:picMk id="4" creationId="{C9372BCC-10DA-4F9A-86C7-AF665888BFA0}"/>
          </ac:picMkLst>
        </pc:picChg>
      </pc:sldChg>
      <pc:sldChg chg="modSp mod modNotes">
        <pc:chgData name="Luke Rosa" userId="1d61d1c10e8030a1" providerId="LiveId" clId="{44249846-8A28-452A-9272-20AA52B7D7B3}" dt="2025-07-01T13:39:55.168" v="39" actId="1076"/>
        <pc:sldMkLst>
          <pc:docMk/>
          <pc:sldMk cId="4217420682" sldId="270"/>
        </pc:sldMkLst>
        <pc:picChg chg="mod">
          <ac:chgData name="Luke Rosa" userId="1d61d1c10e8030a1" providerId="LiveId" clId="{44249846-8A28-452A-9272-20AA52B7D7B3}" dt="2025-07-01T13:39:55.168" v="39" actId="1076"/>
          <ac:picMkLst>
            <pc:docMk/>
            <pc:sldMk cId="4217420682" sldId="270"/>
            <ac:picMk id="2" creationId="{3247E78A-CE25-4378-B8C8-CB35BB0FDC2E}"/>
          </ac:picMkLst>
        </pc:picChg>
      </pc:sldChg>
      <pc:sldChg chg="modSp mod modNotes">
        <pc:chgData name="Luke Rosa" userId="1d61d1c10e8030a1" providerId="LiveId" clId="{44249846-8A28-452A-9272-20AA52B7D7B3}" dt="2025-07-01T13:41:11.229" v="68" actId="207"/>
        <pc:sldMkLst>
          <pc:docMk/>
          <pc:sldMk cId="1825151494" sldId="271"/>
        </pc:sldMkLst>
        <pc:spChg chg="mod">
          <ac:chgData name="Luke Rosa" userId="1d61d1c10e8030a1" providerId="LiveId" clId="{44249846-8A28-452A-9272-20AA52B7D7B3}" dt="2025-07-01T13:41:11.229" v="68" actId="207"/>
          <ac:spMkLst>
            <pc:docMk/>
            <pc:sldMk cId="1825151494" sldId="271"/>
            <ac:spMk id="3" creationId="{9E76BA5D-5B9B-45FC-B20C-465C2E07FB56}"/>
          </ac:spMkLst>
        </pc:spChg>
        <pc:picChg chg="mod">
          <ac:chgData name="Luke Rosa" userId="1d61d1c10e8030a1" providerId="LiveId" clId="{44249846-8A28-452A-9272-20AA52B7D7B3}" dt="2025-07-01T13:40:56.326" v="64" actId="1076"/>
          <ac:picMkLst>
            <pc:docMk/>
            <pc:sldMk cId="1825151494" sldId="271"/>
            <ac:picMk id="4" creationId="{EA0F3EB4-4107-498F-9761-D6D66A725583}"/>
          </ac:picMkLst>
        </pc:picChg>
        <pc:picChg chg="mod">
          <ac:chgData name="Luke Rosa" userId="1d61d1c10e8030a1" providerId="LiveId" clId="{44249846-8A28-452A-9272-20AA52B7D7B3}" dt="2025-07-01T13:40:54.982" v="63" actId="14100"/>
          <ac:picMkLst>
            <pc:docMk/>
            <pc:sldMk cId="1825151494" sldId="271"/>
            <ac:picMk id="6" creationId="{8F1848F4-F0DC-44F6-84D3-250689CD2FC3}"/>
          </ac:picMkLst>
        </pc:picChg>
      </pc:sldChg>
      <pc:sldChg chg="modSp mod modNotes">
        <pc:chgData name="Luke Rosa" userId="1d61d1c10e8030a1" providerId="LiveId" clId="{44249846-8A28-452A-9272-20AA52B7D7B3}" dt="2025-07-01T13:43:18.225" v="129" actId="1035"/>
        <pc:sldMkLst>
          <pc:docMk/>
          <pc:sldMk cId="2427708506" sldId="272"/>
        </pc:sldMkLst>
        <pc:spChg chg="mod">
          <ac:chgData name="Luke Rosa" userId="1d61d1c10e8030a1" providerId="LiveId" clId="{44249846-8A28-452A-9272-20AA52B7D7B3}" dt="2025-07-01T13:43:11.363" v="121" actId="14100"/>
          <ac:spMkLst>
            <pc:docMk/>
            <pc:sldMk cId="2427708506" sldId="272"/>
            <ac:spMk id="6" creationId="{4893E6FA-1067-4A6C-B0EC-4C90E1B991A5}"/>
          </ac:spMkLst>
        </pc:spChg>
        <pc:picChg chg="mod">
          <ac:chgData name="Luke Rosa" userId="1d61d1c10e8030a1" providerId="LiveId" clId="{44249846-8A28-452A-9272-20AA52B7D7B3}" dt="2025-07-01T13:42:58.771" v="118" actId="1076"/>
          <ac:picMkLst>
            <pc:docMk/>
            <pc:sldMk cId="2427708506" sldId="272"/>
            <ac:picMk id="5" creationId="{0B1FA87C-24D6-41B6-81B2-9B18B46A3516}"/>
          </ac:picMkLst>
        </pc:picChg>
        <pc:picChg chg="mod">
          <ac:chgData name="Luke Rosa" userId="1d61d1c10e8030a1" providerId="LiveId" clId="{44249846-8A28-452A-9272-20AA52B7D7B3}" dt="2025-07-01T13:43:15.116" v="123" actId="1076"/>
          <ac:picMkLst>
            <pc:docMk/>
            <pc:sldMk cId="2427708506" sldId="272"/>
            <ac:picMk id="8" creationId="{ADCACB68-60A4-4E7C-8441-4C8B3C834F6F}"/>
          </ac:picMkLst>
        </pc:picChg>
        <pc:picChg chg="mod">
          <ac:chgData name="Luke Rosa" userId="1d61d1c10e8030a1" providerId="LiveId" clId="{44249846-8A28-452A-9272-20AA52B7D7B3}" dt="2025-07-01T13:43:18.225" v="129" actId="1035"/>
          <ac:picMkLst>
            <pc:docMk/>
            <pc:sldMk cId="2427708506" sldId="272"/>
            <ac:picMk id="9" creationId="{29580283-E677-4786-8867-2EC4FD36D050}"/>
          </ac:picMkLst>
        </pc:picChg>
      </pc:sldChg>
      <pc:sldChg chg="modSp modNotes">
        <pc:chgData name="Luke Rosa" userId="1d61d1c10e8030a1" providerId="LiveId" clId="{44249846-8A28-452A-9272-20AA52B7D7B3}" dt="2025-07-01T13:39:06.232" v="0"/>
        <pc:sldMkLst>
          <pc:docMk/>
          <pc:sldMk cId="229419297" sldId="274"/>
        </pc:sldMkLst>
        <pc:spChg chg="mod">
          <ac:chgData name="Luke Rosa" userId="1d61d1c10e8030a1" providerId="LiveId" clId="{44249846-8A28-452A-9272-20AA52B7D7B3}" dt="2025-07-01T13:39:06.232" v="0"/>
          <ac:spMkLst>
            <pc:docMk/>
            <pc:sldMk cId="229419297" sldId="274"/>
            <ac:spMk id="3" creationId="{0BD3AFC3-BA58-449D-9215-8B911FD00650}"/>
          </ac:spMkLst>
        </pc:spChg>
        <pc:picChg chg="mod">
          <ac:chgData name="Luke Rosa" userId="1d61d1c10e8030a1" providerId="LiveId" clId="{44249846-8A28-452A-9272-20AA52B7D7B3}" dt="2025-07-01T13:39:06.232" v="0"/>
          <ac:picMkLst>
            <pc:docMk/>
            <pc:sldMk cId="229419297" sldId="274"/>
            <ac:picMk id="2" creationId="{2A87AE50-F133-4547-842F-D32F78F53F2C}"/>
          </ac:picMkLst>
        </pc:picChg>
      </pc:sldChg>
      <pc:sldChg chg="modSp mod modNotes">
        <pc:chgData name="Luke Rosa" userId="1d61d1c10e8030a1" providerId="LiveId" clId="{44249846-8A28-452A-9272-20AA52B7D7B3}" dt="2025-07-01T13:43:30.935" v="136" actId="14100"/>
        <pc:sldMkLst>
          <pc:docMk/>
          <pc:sldMk cId="111972616" sldId="275"/>
        </pc:sldMkLst>
        <pc:spChg chg="mod">
          <ac:chgData name="Luke Rosa" userId="1d61d1c10e8030a1" providerId="LiveId" clId="{44249846-8A28-452A-9272-20AA52B7D7B3}" dt="2025-07-01T13:43:30.935" v="136" actId="14100"/>
          <ac:spMkLst>
            <pc:docMk/>
            <pc:sldMk cId="111972616" sldId="275"/>
            <ac:spMk id="7" creationId="{F2CD46DD-473C-47F8-B695-5CD96BDE55B6}"/>
          </ac:spMkLst>
        </pc:spChg>
        <pc:picChg chg="mod">
          <ac:chgData name="Luke Rosa" userId="1d61d1c10e8030a1" providerId="LiveId" clId="{44249846-8A28-452A-9272-20AA52B7D7B3}" dt="2025-07-01T13:39:06.232" v="0"/>
          <ac:picMkLst>
            <pc:docMk/>
            <pc:sldMk cId="111972616" sldId="275"/>
            <ac:picMk id="5" creationId="{DE8926E8-4288-4205-AAA0-CED55F115DAC}"/>
          </ac:picMkLst>
        </pc:picChg>
        <pc:picChg chg="mod">
          <ac:chgData name="Luke Rosa" userId="1d61d1c10e8030a1" providerId="LiveId" clId="{44249846-8A28-452A-9272-20AA52B7D7B3}" dt="2025-07-01T13:43:21.243" v="130" actId="1076"/>
          <ac:picMkLst>
            <pc:docMk/>
            <pc:sldMk cId="111972616" sldId="275"/>
            <ac:picMk id="9" creationId="{525B9D77-5800-417C-9788-DBACB5FCD5E2}"/>
          </ac:picMkLst>
        </pc:picChg>
      </pc:sldChg>
      <pc:sldChg chg="modSp mod modNotes">
        <pc:chgData name="Luke Rosa" userId="1d61d1c10e8030a1" providerId="LiveId" clId="{44249846-8A28-452A-9272-20AA52B7D7B3}" dt="2025-07-01T13:43:59.178" v="153" actId="1076"/>
        <pc:sldMkLst>
          <pc:docMk/>
          <pc:sldMk cId="3583304755" sldId="277"/>
        </pc:sldMkLst>
        <pc:spChg chg="mod">
          <ac:chgData name="Luke Rosa" userId="1d61d1c10e8030a1" providerId="LiveId" clId="{44249846-8A28-452A-9272-20AA52B7D7B3}" dt="2025-07-01T13:39:13.255" v="23" actId="1035"/>
          <ac:spMkLst>
            <pc:docMk/>
            <pc:sldMk cId="3583304755" sldId="277"/>
            <ac:spMk id="3" creationId="{ACBE3BE8-B2C5-494F-8F4B-E2918D78F1C0}"/>
          </ac:spMkLst>
        </pc:spChg>
        <pc:spChg chg="mod">
          <ac:chgData name="Luke Rosa" userId="1d61d1c10e8030a1" providerId="LiveId" clId="{44249846-8A28-452A-9272-20AA52B7D7B3}" dt="2025-07-01T13:39:22.664" v="29" actId="14100"/>
          <ac:spMkLst>
            <pc:docMk/>
            <pc:sldMk cId="3583304755" sldId="277"/>
            <ac:spMk id="4" creationId="{9B97AF49-1923-46C7-85B9-18A7319A8F06}"/>
          </ac:spMkLst>
        </pc:spChg>
        <pc:spChg chg="mod">
          <ac:chgData name="Luke Rosa" userId="1d61d1c10e8030a1" providerId="LiveId" clId="{44249846-8A28-452A-9272-20AA52B7D7B3}" dt="2025-07-01T13:39:06.232" v="0"/>
          <ac:spMkLst>
            <pc:docMk/>
            <pc:sldMk cId="3583304755" sldId="277"/>
            <ac:spMk id="5" creationId="{D54DE9BE-A76B-47F9-8E02-F05FA5F58839}"/>
          </ac:spMkLst>
        </pc:spChg>
        <pc:spChg chg="mod">
          <ac:chgData name="Luke Rosa" userId="1d61d1c10e8030a1" providerId="LiveId" clId="{44249846-8A28-452A-9272-20AA52B7D7B3}" dt="2025-07-01T13:43:54.861" v="152" actId="6549"/>
          <ac:spMkLst>
            <pc:docMk/>
            <pc:sldMk cId="3583304755" sldId="277"/>
            <ac:spMk id="6" creationId="{0E60545A-0F9A-4279-A953-5D08E235A1CC}"/>
          </ac:spMkLst>
        </pc:spChg>
        <pc:picChg chg="mod">
          <ac:chgData name="Luke Rosa" userId="1d61d1c10e8030a1" providerId="LiveId" clId="{44249846-8A28-452A-9272-20AA52B7D7B3}" dt="2025-07-01T13:39:19.056" v="27" actId="1076"/>
          <ac:picMkLst>
            <pc:docMk/>
            <pc:sldMk cId="3583304755" sldId="277"/>
            <ac:picMk id="2" creationId="{891F34C3-9FA5-4FFC-9CA8-3A4737B16EBD}"/>
          </ac:picMkLst>
        </pc:picChg>
        <pc:picChg chg="mod">
          <ac:chgData name="Luke Rosa" userId="1d61d1c10e8030a1" providerId="LiveId" clId="{44249846-8A28-452A-9272-20AA52B7D7B3}" dt="2025-07-01T13:43:59.178" v="153" actId="1076"/>
          <ac:picMkLst>
            <pc:docMk/>
            <pc:sldMk cId="3583304755" sldId="277"/>
            <ac:picMk id="7" creationId="{901BA23C-8296-4DE0-8338-09299D167D3D}"/>
          </ac:picMkLst>
        </pc:picChg>
        <pc:picChg chg="mod">
          <ac:chgData name="Luke Rosa" userId="1d61d1c10e8030a1" providerId="LiveId" clId="{44249846-8A28-452A-9272-20AA52B7D7B3}" dt="2025-07-01T13:39:15.983" v="24" actId="1076"/>
          <ac:picMkLst>
            <pc:docMk/>
            <pc:sldMk cId="3583304755" sldId="277"/>
            <ac:picMk id="9" creationId="{AC041985-6919-41A4-87B0-0774AC92ABCA}"/>
          </ac:picMkLst>
        </pc:picChg>
        <pc:picChg chg="mod">
          <ac:chgData name="Luke Rosa" userId="1d61d1c10e8030a1" providerId="LiveId" clId="{44249846-8A28-452A-9272-20AA52B7D7B3}" dt="2025-07-01T13:39:17.136" v="25" actId="1076"/>
          <ac:picMkLst>
            <pc:docMk/>
            <pc:sldMk cId="3583304755" sldId="277"/>
            <ac:picMk id="14" creationId="{6E287912-7DE5-4949-BCB0-964C25F0516D}"/>
          </ac:picMkLst>
        </pc:picChg>
      </pc:sldChg>
      <pc:sldChg chg="modSp mod modNotes">
        <pc:chgData name="Luke Rosa" userId="1d61d1c10e8030a1" providerId="LiveId" clId="{44249846-8A28-452A-9272-20AA52B7D7B3}" dt="2025-07-01T13:41:51.730" v="90" actId="14100"/>
        <pc:sldMkLst>
          <pc:docMk/>
          <pc:sldMk cId="1381047335" sldId="278"/>
        </pc:sldMkLst>
        <pc:spChg chg="mod">
          <ac:chgData name="Luke Rosa" userId="1d61d1c10e8030a1" providerId="LiveId" clId="{44249846-8A28-452A-9272-20AA52B7D7B3}" dt="2025-07-01T13:41:51.730" v="90" actId="14100"/>
          <ac:spMkLst>
            <pc:docMk/>
            <pc:sldMk cId="1381047335" sldId="278"/>
            <ac:spMk id="8" creationId="{8F1EE092-C2B5-480F-9C46-7B753372916D}"/>
          </ac:spMkLst>
        </pc:spChg>
        <pc:picChg chg="mod">
          <ac:chgData name="Luke Rosa" userId="1d61d1c10e8030a1" providerId="LiveId" clId="{44249846-8A28-452A-9272-20AA52B7D7B3}" dt="2025-07-01T13:41:40.434" v="86" actId="1076"/>
          <ac:picMkLst>
            <pc:docMk/>
            <pc:sldMk cId="1381047335" sldId="278"/>
            <ac:picMk id="3" creationId="{8EC7C292-CBB2-4FAE-B49C-6C289F44A8E4}"/>
          </ac:picMkLst>
        </pc:picChg>
        <pc:picChg chg="mod">
          <ac:chgData name="Luke Rosa" userId="1d61d1c10e8030a1" providerId="LiveId" clId="{44249846-8A28-452A-9272-20AA52B7D7B3}" dt="2025-07-01T13:41:39.227" v="85" actId="1076"/>
          <ac:picMkLst>
            <pc:docMk/>
            <pc:sldMk cId="1381047335" sldId="278"/>
            <ac:picMk id="9" creationId="{2C351C64-69F1-4969-90CC-2C5423597090}"/>
          </ac:picMkLst>
        </pc:picChg>
        <pc:picChg chg="mod">
          <ac:chgData name="Luke Rosa" userId="1d61d1c10e8030a1" providerId="LiveId" clId="{44249846-8A28-452A-9272-20AA52B7D7B3}" dt="2025-07-01T13:41:41.866" v="87" actId="1076"/>
          <ac:picMkLst>
            <pc:docMk/>
            <pc:sldMk cId="1381047335" sldId="278"/>
            <ac:picMk id="10" creationId="{2258F69A-A0B6-4EB1-B388-FD53FA10640D}"/>
          </ac:picMkLst>
        </pc:picChg>
      </pc:sldChg>
      <pc:sldChg chg="modSp modNotes">
        <pc:chgData name="Luke Rosa" userId="1d61d1c10e8030a1" providerId="LiveId" clId="{44249846-8A28-452A-9272-20AA52B7D7B3}" dt="2025-07-01T13:39:06.232" v="0"/>
        <pc:sldMkLst>
          <pc:docMk/>
          <pc:sldMk cId="1236865174" sldId="279"/>
        </pc:sldMkLst>
        <pc:spChg chg="mod">
          <ac:chgData name="Luke Rosa" userId="1d61d1c10e8030a1" providerId="LiveId" clId="{44249846-8A28-452A-9272-20AA52B7D7B3}" dt="2025-07-01T13:39:06.232" v="0"/>
          <ac:spMkLst>
            <pc:docMk/>
            <pc:sldMk cId="1236865174" sldId="279"/>
            <ac:spMk id="6" creationId="{23EFD6FE-EF11-444E-9E9C-D2D21FF07747}"/>
          </ac:spMkLst>
        </pc:spChg>
        <pc:picChg chg="mod">
          <ac:chgData name="Luke Rosa" userId="1d61d1c10e8030a1" providerId="LiveId" clId="{44249846-8A28-452A-9272-20AA52B7D7B3}" dt="2025-07-01T13:39:06.232" v="0"/>
          <ac:picMkLst>
            <pc:docMk/>
            <pc:sldMk cId="1236865174" sldId="279"/>
            <ac:picMk id="4" creationId="{F11CE06F-7E6F-4733-AE8F-7701BD11ABF1}"/>
          </ac:picMkLst>
        </pc:picChg>
        <pc:picChg chg="mod">
          <ac:chgData name="Luke Rosa" userId="1d61d1c10e8030a1" providerId="LiveId" clId="{44249846-8A28-452A-9272-20AA52B7D7B3}" dt="2025-07-01T13:39:06.232" v="0"/>
          <ac:picMkLst>
            <pc:docMk/>
            <pc:sldMk cId="1236865174" sldId="279"/>
            <ac:picMk id="5" creationId="{8440D039-AE9E-400A-B314-64DDF3A2E830}"/>
          </ac:picMkLst>
        </pc:picChg>
      </pc:sldChg>
      <pc:sldChg chg="modSp modNotes">
        <pc:chgData name="Luke Rosa" userId="1d61d1c10e8030a1" providerId="LiveId" clId="{44249846-8A28-452A-9272-20AA52B7D7B3}" dt="2025-07-01T13:39:06.232" v="0"/>
        <pc:sldMkLst>
          <pc:docMk/>
          <pc:sldMk cId="2094538708" sldId="280"/>
        </pc:sldMkLst>
        <pc:picChg chg="mod">
          <ac:chgData name="Luke Rosa" userId="1d61d1c10e8030a1" providerId="LiveId" clId="{44249846-8A28-452A-9272-20AA52B7D7B3}" dt="2025-07-01T13:39:06.232" v="0"/>
          <ac:picMkLst>
            <pc:docMk/>
            <pc:sldMk cId="2094538708" sldId="280"/>
            <ac:picMk id="2" creationId="{365D9D81-40F9-4F69-A00C-F69CF2ACC3C8}"/>
          </ac:picMkLst>
        </pc:picChg>
      </pc:sldChg>
      <pc:sldChg chg="modSp mod modNotes">
        <pc:chgData name="Luke Rosa" userId="1d61d1c10e8030a1" providerId="LiveId" clId="{44249846-8A28-452A-9272-20AA52B7D7B3}" dt="2025-07-01T13:42:51.456" v="117" actId="1035"/>
        <pc:sldMkLst>
          <pc:docMk/>
          <pc:sldMk cId="4016386454" sldId="281"/>
        </pc:sldMkLst>
        <pc:picChg chg="mod modCrop">
          <ac:chgData name="Luke Rosa" userId="1d61d1c10e8030a1" providerId="LiveId" clId="{44249846-8A28-452A-9272-20AA52B7D7B3}" dt="2025-07-01T13:42:51.456" v="117" actId="1035"/>
          <ac:picMkLst>
            <pc:docMk/>
            <pc:sldMk cId="4016386454" sldId="281"/>
            <ac:picMk id="2" creationId="{7B57915D-18DC-4A07-93AE-83361633C975}"/>
          </ac:picMkLst>
        </pc:picChg>
        <pc:picChg chg="mod">
          <ac:chgData name="Luke Rosa" userId="1d61d1c10e8030a1" providerId="LiveId" clId="{44249846-8A28-452A-9272-20AA52B7D7B3}" dt="2025-07-01T13:42:48.708" v="111" actId="1076"/>
          <ac:picMkLst>
            <pc:docMk/>
            <pc:sldMk cId="4016386454" sldId="281"/>
            <ac:picMk id="3" creationId="{C8E64BDE-1182-40B9-BFC3-EB890D8A89AE}"/>
          </ac:picMkLst>
        </pc:picChg>
      </pc:sldChg>
      <pc:sldChg chg="modSp modNotes">
        <pc:chgData name="Luke Rosa" userId="1d61d1c10e8030a1" providerId="LiveId" clId="{44249846-8A28-452A-9272-20AA52B7D7B3}" dt="2025-07-01T13:39:06.232" v="0"/>
        <pc:sldMkLst>
          <pc:docMk/>
          <pc:sldMk cId="3499432145" sldId="282"/>
        </pc:sldMkLst>
        <pc:picChg chg="mod">
          <ac:chgData name="Luke Rosa" userId="1d61d1c10e8030a1" providerId="LiveId" clId="{44249846-8A28-452A-9272-20AA52B7D7B3}" dt="2025-07-01T13:39:06.232" v="0"/>
          <ac:picMkLst>
            <pc:docMk/>
            <pc:sldMk cId="3499432145" sldId="282"/>
            <ac:picMk id="2" creationId="{D8B0EDF6-76B4-40AD-8851-E13266D87393}"/>
          </ac:picMkLst>
        </pc:picChg>
      </pc:sldChg>
      <pc:sldChg chg="modSp modNotes">
        <pc:chgData name="Luke Rosa" userId="1d61d1c10e8030a1" providerId="LiveId" clId="{44249846-8A28-452A-9272-20AA52B7D7B3}" dt="2025-07-01T13:39:06.232" v="0"/>
        <pc:sldMkLst>
          <pc:docMk/>
          <pc:sldMk cId="3591642496" sldId="283"/>
        </pc:sldMkLst>
        <pc:picChg chg="mod">
          <ac:chgData name="Luke Rosa" userId="1d61d1c10e8030a1" providerId="LiveId" clId="{44249846-8A28-452A-9272-20AA52B7D7B3}" dt="2025-07-01T13:39:06.232" v="0"/>
          <ac:picMkLst>
            <pc:docMk/>
            <pc:sldMk cId="3591642496" sldId="283"/>
            <ac:picMk id="3" creationId="{F5883863-C8B4-4DAC-BB1B-9796182D2682}"/>
          </ac:picMkLst>
        </pc:picChg>
      </pc:sldChg>
      <pc:sldChg chg="modSp mod modNotes">
        <pc:chgData name="Luke Rosa" userId="1d61d1c10e8030a1" providerId="LiveId" clId="{44249846-8A28-452A-9272-20AA52B7D7B3}" dt="2025-07-01T13:42:12.302" v="97" actId="1076"/>
        <pc:sldMkLst>
          <pc:docMk/>
          <pc:sldMk cId="444929515" sldId="284"/>
        </pc:sldMkLst>
        <pc:picChg chg="mod">
          <ac:chgData name="Luke Rosa" userId="1d61d1c10e8030a1" providerId="LiveId" clId="{44249846-8A28-452A-9272-20AA52B7D7B3}" dt="2025-07-01T13:42:12.302" v="97" actId="1076"/>
          <ac:picMkLst>
            <pc:docMk/>
            <pc:sldMk cId="444929515" sldId="284"/>
            <ac:picMk id="2" creationId="{81C951F8-E476-4699-BD0E-FAD44DF37A04}"/>
          </ac:picMkLst>
        </pc:picChg>
      </pc:sldChg>
      <pc:sldChg chg="modSp mod modNotes">
        <pc:chgData name="Luke Rosa" userId="1d61d1c10e8030a1" providerId="LiveId" clId="{44249846-8A28-452A-9272-20AA52B7D7B3}" dt="2025-07-01T13:41:31.552" v="83" actId="1076"/>
        <pc:sldMkLst>
          <pc:docMk/>
          <pc:sldMk cId="1412901935" sldId="285"/>
        </pc:sldMkLst>
        <pc:picChg chg="mod">
          <ac:chgData name="Luke Rosa" userId="1d61d1c10e8030a1" providerId="LiveId" clId="{44249846-8A28-452A-9272-20AA52B7D7B3}" dt="2025-07-01T13:41:31.552" v="83" actId="1076"/>
          <ac:picMkLst>
            <pc:docMk/>
            <pc:sldMk cId="1412901935" sldId="285"/>
            <ac:picMk id="2" creationId="{516B5026-62F6-4658-8FC3-84D0BC0906B2}"/>
          </ac:picMkLst>
        </pc:picChg>
      </pc:sldChg>
      <pc:sldChg chg="addSp delSp modSp new mod modAnim">
        <pc:chgData name="Luke Rosa" userId="1d61d1c10e8030a1" providerId="LiveId" clId="{44249846-8A28-452A-9272-20AA52B7D7B3}" dt="2025-07-01T13:54:57.736" v="253" actId="1037"/>
        <pc:sldMkLst>
          <pc:docMk/>
          <pc:sldMk cId="2199684262" sldId="286"/>
        </pc:sldMkLst>
        <pc:spChg chg="add del mod">
          <ac:chgData name="Luke Rosa" userId="1d61d1c10e8030a1" providerId="LiveId" clId="{44249846-8A28-452A-9272-20AA52B7D7B3}" dt="2025-07-01T13:53:58.804" v="231" actId="21"/>
          <ac:spMkLst>
            <pc:docMk/>
            <pc:sldMk cId="2199684262" sldId="286"/>
            <ac:spMk id="2" creationId="{133771A1-8A70-4862-F786-5819EDC3F9F2}"/>
          </ac:spMkLst>
        </pc:spChg>
        <pc:spChg chg="add mod ord">
          <ac:chgData name="Luke Rosa" userId="1d61d1c10e8030a1" providerId="LiveId" clId="{44249846-8A28-452A-9272-20AA52B7D7B3}" dt="2025-07-01T13:54:57.736" v="253" actId="1037"/>
          <ac:spMkLst>
            <pc:docMk/>
            <pc:sldMk cId="2199684262" sldId="286"/>
            <ac:spMk id="4" creationId="{CD9DA3C4-0310-5B35-9650-5CA2C189066E}"/>
          </ac:spMkLst>
        </pc:spChg>
        <pc:spChg chg="add mod">
          <ac:chgData name="Luke Rosa" userId="1d61d1c10e8030a1" providerId="LiveId" clId="{44249846-8A28-452A-9272-20AA52B7D7B3}" dt="2025-07-01T13:54:53.357" v="250" actId="14100"/>
          <ac:spMkLst>
            <pc:docMk/>
            <pc:sldMk cId="2199684262" sldId="286"/>
            <ac:spMk id="7" creationId="{EB393BDC-68E3-41F6-52DD-C9C2E8D42B9B}"/>
          </ac:spMkLst>
        </pc:spChg>
        <pc:picChg chg="add mod modCrop">
          <ac:chgData name="Luke Rosa" userId="1d61d1c10e8030a1" providerId="LiveId" clId="{44249846-8A28-452A-9272-20AA52B7D7B3}" dt="2025-07-01T13:54:51.106" v="249" actId="14100"/>
          <ac:picMkLst>
            <pc:docMk/>
            <pc:sldMk cId="2199684262" sldId="286"/>
            <ac:picMk id="5" creationId="{0BD0F1A5-EB1F-FEAB-DC1C-FC092E20194E}"/>
          </ac:picMkLst>
        </pc:picChg>
        <pc:picChg chg="add mod ord">
          <ac:chgData name="Luke Rosa" userId="1d61d1c10e8030a1" providerId="LiveId" clId="{44249846-8A28-452A-9272-20AA52B7D7B3}" dt="2025-07-01T13:54:26.994" v="242" actId="166"/>
          <ac:picMkLst>
            <pc:docMk/>
            <pc:sldMk cId="2199684262" sldId="286"/>
            <ac:picMk id="6" creationId="{92D70163-C767-1EDF-F2F7-432B3BFCFC40}"/>
          </ac:picMkLst>
        </pc:picChg>
      </pc:sldChg>
      <pc:sldChg chg="addSp delSp modSp new mod modAnim modNotesTx">
        <pc:chgData name="Luke Rosa" userId="1d61d1c10e8030a1" providerId="LiveId" clId="{44249846-8A28-452A-9272-20AA52B7D7B3}" dt="2025-07-01T14:44:01.090" v="395" actId="20577"/>
        <pc:sldMkLst>
          <pc:docMk/>
          <pc:sldMk cId="3416975370" sldId="287"/>
        </pc:sldMkLst>
        <pc:spChg chg="add del mod">
          <ac:chgData name="Luke Rosa" userId="1d61d1c10e8030a1" providerId="LiveId" clId="{44249846-8A28-452A-9272-20AA52B7D7B3}" dt="2025-07-01T14:42:27.389" v="363" actId="478"/>
          <ac:spMkLst>
            <pc:docMk/>
            <pc:sldMk cId="3416975370" sldId="287"/>
            <ac:spMk id="5" creationId="{BE06AF86-0BCA-D50B-FACE-DDB172C877E9}"/>
          </ac:spMkLst>
        </pc:spChg>
        <pc:picChg chg="add mod modCrop">
          <ac:chgData name="Luke Rosa" userId="1d61d1c10e8030a1" providerId="LiveId" clId="{44249846-8A28-452A-9272-20AA52B7D7B3}" dt="2025-07-01T14:42:46.365" v="366" actId="732"/>
          <ac:picMkLst>
            <pc:docMk/>
            <pc:sldMk cId="3416975370" sldId="287"/>
            <ac:picMk id="2" creationId="{D423DB2C-DC5D-0283-EFD5-89CDB62F2BD6}"/>
          </ac:picMkLst>
        </pc:picChg>
        <pc:picChg chg="add del mod">
          <ac:chgData name="Luke Rosa" userId="1d61d1c10e8030a1" providerId="LiveId" clId="{44249846-8A28-452A-9272-20AA52B7D7B3}" dt="2025-07-01T14:42:13.087" v="362" actId="478"/>
          <ac:picMkLst>
            <pc:docMk/>
            <pc:sldMk cId="3416975370" sldId="287"/>
            <ac:picMk id="3" creationId="{88523F8B-3E69-9260-EF4D-C6A369EA9730}"/>
          </ac:picMkLst>
        </pc:picChg>
        <pc:picChg chg="add del mod">
          <ac:chgData name="Luke Rosa" userId="1d61d1c10e8030a1" providerId="LiveId" clId="{44249846-8A28-452A-9272-20AA52B7D7B3}" dt="2025-07-01T14:42:11.893" v="361" actId="478"/>
          <ac:picMkLst>
            <pc:docMk/>
            <pc:sldMk cId="3416975370" sldId="287"/>
            <ac:picMk id="4" creationId="{2ECEC7DC-25F3-5E68-73DB-F1170A74CAF1}"/>
          </ac:picMkLst>
        </pc:picChg>
        <pc:picChg chg="add">
          <ac:chgData name="Luke Rosa" userId="1d61d1c10e8030a1" providerId="LiveId" clId="{44249846-8A28-452A-9272-20AA52B7D7B3}" dt="2025-07-01T14:41:15.881" v="354"/>
          <ac:picMkLst>
            <pc:docMk/>
            <pc:sldMk cId="3416975370" sldId="287"/>
            <ac:picMk id="6" creationId="{50B755BF-10A7-BDD6-78AA-99B1927F58DA}"/>
          </ac:picMkLst>
        </pc:picChg>
        <pc:picChg chg="add mod">
          <ac:chgData name="Luke Rosa" userId="1d61d1c10e8030a1" providerId="LiveId" clId="{44249846-8A28-452A-9272-20AA52B7D7B3}" dt="2025-07-01T14:42:08.826" v="360" actId="1076"/>
          <ac:picMkLst>
            <pc:docMk/>
            <pc:sldMk cId="3416975370" sldId="287"/>
            <ac:picMk id="7" creationId="{59E297F2-03CC-546F-037D-D793043D2C32}"/>
          </ac:picMkLst>
        </pc:picChg>
      </pc:sldChg>
      <pc:sldMasterChg chg="modSp modSldLayout">
        <pc:chgData name="Luke Rosa" userId="1d61d1c10e8030a1" providerId="LiveId" clId="{44249846-8A28-452A-9272-20AA52B7D7B3}" dt="2025-07-01T13:39:06.232" v="0"/>
        <pc:sldMasterMkLst>
          <pc:docMk/>
          <pc:sldMasterMk cId="1424091939" sldId="2147483660"/>
        </pc:sldMasterMkLst>
        <pc:spChg chg="mod">
          <ac:chgData name="Luke Rosa" userId="1d61d1c10e8030a1" providerId="LiveId" clId="{44249846-8A28-452A-9272-20AA52B7D7B3}" dt="2025-07-01T13:39:06.232" v="0"/>
          <ac:spMkLst>
            <pc:docMk/>
            <pc:sldMasterMk cId="1424091939" sldId="2147483660"/>
            <ac:spMk id="2" creationId="{00000000-0000-0000-0000-000000000000}"/>
          </ac:spMkLst>
        </pc:spChg>
        <pc:spChg chg="mod">
          <ac:chgData name="Luke Rosa" userId="1d61d1c10e8030a1" providerId="LiveId" clId="{44249846-8A28-452A-9272-20AA52B7D7B3}" dt="2025-07-01T13:39:06.232" v="0"/>
          <ac:spMkLst>
            <pc:docMk/>
            <pc:sldMasterMk cId="1424091939" sldId="2147483660"/>
            <ac:spMk id="3" creationId="{00000000-0000-0000-0000-000000000000}"/>
          </ac:spMkLst>
        </pc:spChg>
        <pc:spChg chg="mod">
          <ac:chgData name="Luke Rosa" userId="1d61d1c10e8030a1" providerId="LiveId" clId="{44249846-8A28-452A-9272-20AA52B7D7B3}" dt="2025-07-01T13:39:06.232" v="0"/>
          <ac:spMkLst>
            <pc:docMk/>
            <pc:sldMasterMk cId="1424091939" sldId="2147483660"/>
            <ac:spMk id="4" creationId="{00000000-0000-0000-0000-000000000000}"/>
          </ac:spMkLst>
        </pc:spChg>
        <pc:spChg chg="mod">
          <ac:chgData name="Luke Rosa" userId="1d61d1c10e8030a1" providerId="LiveId" clId="{44249846-8A28-452A-9272-20AA52B7D7B3}" dt="2025-07-01T13:39:06.232" v="0"/>
          <ac:spMkLst>
            <pc:docMk/>
            <pc:sldMasterMk cId="1424091939" sldId="2147483660"/>
            <ac:spMk id="5" creationId="{00000000-0000-0000-0000-000000000000}"/>
          </ac:spMkLst>
        </pc:spChg>
        <pc:spChg chg="mod">
          <ac:chgData name="Luke Rosa" userId="1d61d1c10e8030a1" providerId="LiveId" clId="{44249846-8A28-452A-9272-20AA52B7D7B3}" dt="2025-07-01T13:39:06.232" v="0"/>
          <ac:spMkLst>
            <pc:docMk/>
            <pc:sldMasterMk cId="1424091939" sldId="2147483660"/>
            <ac:spMk id="6" creationId="{00000000-0000-0000-0000-000000000000}"/>
          </ac:spMkLst>
        </pc:spChg>
        <pc:sldLayoutChg chg="modSp">
          <pc:chgData name="Luke Rosa" userId="1d61d1c10e8030a1" providerId="LiveId" clId="{44249846-8A28-452A-9272-20AA52B7D7B3}" dt="2025-07-01T13:39:06.232" v="0"/>
          <pc:sldLayoutMkLst>
            <pc:docMk/>
            <pc:sldMasterMk cId="1424091939" sldId="2147483660"/>
            <pc:sldLayoutMk cId="2517975971" sldId="2147483661"/>
          </pc:sldLayoutMkLst>
          <pc:spChg chg="mod">
            <ac:chgData name="Luke Rosa" userId="1d61d1c10e8030a1" providerId="LiveId" clId="{44249846-8A28-452A-9272-20AA52B7D7B3}" dt="2025-07-01T13:39:06.232" v="0"/>
            <ac:spMkLst>
              <pc:docMk/>
              <pc:sldMasterMk cId="1424091939" sldId="2147483660"/>
              <pc:sldLayoutMk cId="2517975971" sldId="2147483661"/>
              <ac:spMk id="2"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2517975971" sldId="2147483661"/>
              <ac:spMk id="3" creationId="{00000000-0000-0000-0000-000000000000}"/>
            </ac:spMkLst>
          </pc:spChg>
        </pc:sldLayoutChg>
        <pc:sldLayoutChg chg="modSp">
          <pc:chgData name="Luke Rosa" userId="1d61d1c10e8030a1" providerId="LiveId" clId="{44249846-8A28-452A-9272-20AA52B7D7B3}" dt="2025-07-01T13:39:06.232" v="0"/>
          <pc:sldLayoutMkLst>
            <pc:docMk/>
            <pc:sldMasterMk cId="1424091939" sldId="2147483660"/>
            <pc:sldLayoutMk cId="1060165049" sldId="2147483663"/>
          </pc:sldLayoutMkLst>
          <pc:spChg chg="mod">
            <ac:chgData name="Luke Rosa" userId="1d61d1c10e8030a1" providerId="LiveId" clId="{44249846-8A28-452A-9272-20AA52B7D7B3}" dt="2025-07-01T13:39:06.232" v="0"/>
            <ac:spMkLst>
              <pc:docMk/>
              <pc:sldMasterMk cId="1424091939" sldId="2147483660"/>
              <pc:sldLayoutMk cId="1060165049" sldId="2147483663"/>
              <ac:spMk id="2"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1060165049" sldId="2147483663"/>
              <ac:spMk id="3" creationId="{00000000-0000-0000-0000-000000000000}"/>
            </ac:spMkLst>
          </pc:spChg>
        </pc:sldLayoutChg>
        <pc:sldLayoutChg chg="modSp">
          <pc:chgData name="Luke Rosa" userId="1d61d1c10e8030a1" providerId="LiveId" clId="{44249846-8A28-452A-9272-20AA52B7D7B3}" dt="2025-07-01T13:39:06.232" v="0"/>
          <pc:sldLayoutMkLst>
            <pc:docMk/>
            <pc:sldMasterMk cId="1424091939" sldId="2147483660"/>
            <pc:sldLayoutMk cId="2798201675" sldId="2147483664"/>
          </pc:sldLayoutMkLst>
          <pc:spChg chg="mod">
            <ac:chgData name="Luke Rosa" userId="1d61d1c10e8030a1" providerId="LiveId" clId="{44249846-8A28-452A-9272-20AA52B7D7B3}" dt="2025-07-01T13:39:06.232" v="0"/>
            <ac:spMkLst>
              <pc:docMk/>
              <pc:sldMasterMk cId="1424091939" sldId="2147483660"/>
              <pc:sldLayoutMk cId="2798201675" sldId="2147483664"/>
              <ac:spMk id="3"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2798201675" sldId="2147483664"/>
              <ac:spMk id="4" creationId="{00000000-0000-0000-0000-000000000000}"/>
            </ac:spMkLst>
          </pc:spChg>
        </pc:sldLayoutChg>
        <pc:sldLayoutChg chg="modSp">
          <pc:chgData name="Luke Rosa" userId="1d61d1c10e8030a1" providerId="LiveId" clId="{44249846-8A28-452A-9272-20AA52B7D7B3}" dt="2025-07-01T13:39:06.232" v="0"/>
          <pc:sldLayoutMkLst>
            <pc:docMk/>
            <pc:sldMasterMk cId="1424091939" sldId="2147483660"/>
            <pc:sldLayoutMk cId="3685467739" sldId="2147483665"/>
          </pc:sldLayoutMkLst>
          <pc:spChg chg="mod">
            <ac:chgData name="Luke Rosa" userId="1d61d1c10e8030a1" providerId="LiveId" clId="{44249846-8A28-452A-9272-20AA52B7D7B3}" dt="2025-07-01T13:39:06.232" v="0"/>
            <ac:spMkLst>
              <pc:docMk/>
              <pc:sldMasterMk cId="1424091939" sldId="2147483660"/>
              <pc:sldLayoutMk cId="3685467739" sldId="2147483665"/>
              <ac:spMk id="2"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3685467739" sldId="2147483665"/>
              <ac:spMk id="3"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3685467739" sldId="2147483665"/>
              <ac:spMk id="4"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3685467739" sldId="2147483665"/>
              <ac:spMk id="5"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3685467739" sldId="2147483665"/>
              <ac:spMk id="6" creationId="{00000000-0000-0000-0000-000000000000}"/>
            </ac:spMkLst>
          </pc:spChg>
        </pc:sldLayoutChg>
        <pc:sldLayoutChg chg="modSp">
          <pc:chgData name="Luke Rosa" userId="1d61d1c10e8030a1" providerId="LiveId" clId="{44249846-8A28-452A-9272-20AA52B7D7B3}" dt="2025-07-01T13:39:06.232" v="0"/>
          <pc:sldLayoutMkLst>
            <pc:docMk/>
            <pc:sldMasterMk cId="1424091939" sldId="2147483660"/>
            <pc:sldLayoutMk cId="2721665090" sldId="2147483668"/>
          </pc:sldLayoutMkLst>
          <pc:spChg chg="mod">
            <ac:chgData name="Luke Rosa" userId="1d61d1c10e8030a1" providerId="LiveId" clId="{44249846-8A28-452A-9272-20AA52B7D7B3}" dt="2025-07-01T13:39:06.232" v="0"/>
            <ac:spMkLst>
              <pc:docMk/>
              <pc:sldMasterMk cId="1424091939" sldId="2147483660"/>
              <pc:sldLayoutMk cId="2721665090" sldId="2147483668"/>
              <ac:spMk id="2"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2721665090" sldId="2147483668"/>
              <ac:spMk id="3"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2721665090" sldId="2147483668"/>
              <ac:spMk id="4" creationId="{00000000-0000-0000-0000-000000000000}"/>
            </ac:spMkLst>
          </pc:spChg>
        </pc:sldLayoutChg>
        <pc:sldLayoutChg chg="modSp">
          <pc:chgData name="Luke Rosa" userId="1d61d1c10e8030a1" providerId="LiveId" clId="{44249846-8A28-452A-9272-20AA52B7D7B3}" dt="2025-07-01T13:39:06.232" v="0"/>
          <pc:sldLayoutMkLst>
            <pc:docMk/>
            <pc:sldMasterMk cId="1424091939" sldId="2147483660"/>
            <pc:sldLayoutMk cId="3532710352" sldId="2147483669"/>
          </pc:sldLayoutMkLst>
          <pc:spChg chg="mod">
            <ac:chgData name="Luke Rosa" userId="1d61d1c10e8030a1" providerId="LiveId" clId="{44249846-8A28-452A-9272-20AA52B7D7B3}" dt="2025-07-01T13:39:06.232" v="0"/>
            <ac:spMkLst>
              <pc:docMk/>
              <pc:sldMasterMk cId="1424091939" sldId="2147483660"/>
              <pc:sldLayoutMk cId="3532710352" sldId="2147483669"/>
              <ac:spMk id="2"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3532710352" sldId="2147483669"/>
              <ac:spMk id="3"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3532710352" sldId="2147483669"/>
              <ac:spMk id="4" creationId="{00000000-0000-0000-0000-000000000000}"/>
            </ac:spMkLst>
          </pc:spChg>
        </pc:sldLayoutChg>
        <pc:sldLayoutChg chg="modSp">
          <pc:chgData name="Luke Rosa" userId="1d61d1c10e8030a1" providerId="LiveId" clId="{44249846-8A28-452A-9272-20AA52B7D7B3}" dt="2025-07-01T13:39:06.232" v="0"/>
          <pc:sldLayoutMkLst>
            <pc:docMk/>
            <pc:sldMasterMk cId="1424091939" sldId="2147483660"/>
            <pc:sldLayoutMk cId="4045785560" sldId="2147483671"/>
          </pc:sldLayoutMkLst>
          <pc:spChg chg="mod">
            <ac:chgData name="Luke Rosa" userId="1d61d1c10e8030a1" providerId="LiveId" clId="{44249846-8A28-452A-9272-20AA52B7D7B3}" dt="2025-07-01T13:39:06.232" v="0"/>
            <ac:spMkLst>
              <pc:docMk/>
              <pc:sldMasterMk cId="1424091939" sldId="2147483660"/>
              <pc:sldLayoutMk cId="4045785560" sldId="2147483671"/>
              <ac:spMk id="2" creationId="{00000000-0000-0000-0000-000000000000}"/>
            </ac:spMkLst>
          </pc:spChg>
          <pc:spChg chg="mod">
            <ac:chgData name="Luke Rosa" userId="1d61d1c10e8030a1" providerId="LiveId" clId="{44249846-8A28-452A-9272-20AA52B7D7B3}" dt="2025-07-01T13:39:06.232" v="0"/>
            <ac:spMkLst>
              <pc:docMk/>
              <pc:sldMasterMk cId="1424091939" sldId="2147483660"/>
              <pc:sldLayoutMk cId="4045785560" sldId="2147483671"/>
              <ac:spMk id="3" creationId="{00000000-0000-0000-0000-000000000000}"/>
            </ac:spMkLst>
          </pc:spChg>
        </pc:sldLayoutChg>
      </pc:sldMasterChg>
    </pc:docChg>
  </pc:docChgLst>
  <pc:docChgLst>
    <pc:chgData name="Luke Rosa" userId="1d61d1c10e8030a1" providerId="LiveId" clId="{EC0E6304-C7CB-4FF1-99CF-B6422D36EE0B}"/>
    <pc:docChg chg="undo custSel modSld">
      <pc:chgData name="Luke Rosa" userId="1d61d1c10e8030a1" providerId="LiveId" clId="{EC0E6304-C7CB-4FF1-99CF-B6422D36EE0B}" dt="2023-03-07T21:13:24.973" v="74"/>
      <pc:docMkLst>
        <pc:docMk/>
      </pc:docMkLst>
      <pc:sldChg chg="modNotesTx">
        <pc:chgData name="Luke Rosa" userId="1d61d1c10e8030a1" providerId="LiveId" clId="{EC0E6304-C7CB-4FF1-99CF-B6422D36EE0B}" dt="2023-03-07T20:26:40.990" v="1"/>
        <pc:sldMkLst>
          <pc:docMk/>
          <pc:sldMk cId="1557488612" sldId="257"/>
        </pc:sldMkLst>
      </pc:sldChg>
      <pc:sldChg chg="modSp modAnim">
        <pc:chgData name="Luke Rosa" userId="1d61d1c10e8030a1" providerId="LiveId" clId="{EC0E6304-C7CB-4FF1-99CF-B6422D36EE0B}" dt="2023-03-07T21:12:29.166" v="9" actId="20577"/>
        <pc:sldMkLst>
          <pc:docMk/>
          <pc:sldMk cId="1381047335" sldId="278"/>
        </pc:sldMkLst>
      </pc:sldChg>
      <pc:sldChg chg="modNotesTx">
        <pc:chgData name="Luke Rosa" userId="1d61d1c10e8030a1" providerId="LiveId" clId="{EC0E6304-C7CB-4FF1-99CF-B6422D36EE0B}" dt="2023-03-07T21:13:24.973" v="74"/>
        <pc:sldMkLst>
          <pc:docMk/>
          <pc:sldMk cId="1236865174" sldId="279"/>
        </pc:sldMkLst>
      </pc:sldChg>
    </pc:docChg>
  </pc:docChgLst>
  <pc:docChgLst>
    <pc:chgData name="Luke Rosa" userId="1d61d1c10e8030a1" providerId="LiveId" clId="{19D49A92-117D-40D6-B962-E5861D9A5FAF}"/>
    <pc:docChg chg="modSld">
      <pc:chgData name="Luke Rosa" userId="1d61d1c10e8030a1" providerId="LiveId" clId="{19D49A92-117D-40D6-B962-E5861D9A5FAF}" dt="2021-09-15T14:23:33.361" v="3" actId="1076"/>
      <pc:docMkLst>
        <pc:docMk/>
      </pc:docMkLst>
      <pc:sldChg chg="modSp mod">
        <pc:chgData name="Luke Rosa" userId="1d61d1c10e8030a1" providerId="LiveId" clId="{19D49A92-117D-40D6-B962-E5861D9A5FAF}" dt="2021-09-15T14:23:33.361" v="3" actId="1076"/>
        <pc:sldMkLst>
          <pc:docMk/>
          <pc:sldMk cId="3583304755" sldId="27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E60AC8-5D2B-4816-8424-902FE9F1C140}" type="datetimeFigureOut">
              <a:rPr lang="en-US" smtClean="0"/>
              <a:t>7/1/2025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EA705-5473-49DE-B38F-9C75DED5E6D7}" type="slidenum">
              <a:rPr lang="en-US" smtClean="0"/>
              <a:t>‹#›</a:t>
            </a:fld>
            <a:endParaRPr lang="en-US"/>
          </a:p>
        </p:txBody>
      </p:sp>
    </p:spTree>
    <p:extLst>
      <p:ext uri="{BB962C8B-B14F-4D97-AF65-F5344CB8AC3E}">
        <p14:creationId xmlns:p14="http://schemas.microsoft.com/office/powerpoint/2010/main" val="706619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www.teacherspayteachers.com/Store/Students-Of-History"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Chief Mountain is sacred to the Blackfoot. The mountain marks the boundary between the Blackfoot reservation in Montana and Glacier National Park.</a:t>
            </a:r>
          </a:p>
        </p:txBody>
      </p:sp>
      <p:sp>
        <p:nvSpPr>
          <p:cNvPr id="4" name="Slide Number Placeholder 3"/>
          <p:cNvSpPr>
            <a:spLocks noGrp="1"/>
          </p:cNvSpPr>
          <p:nvPr>
            <p:ph type="sldNum" sz="quarter" idx="5"/>
          </p:nvPr>
        </p:nvSpPr>
        <p:spPr/>
        <p:txBody>
          <a:bodyPr/>
          <a:lstStyle/>
          <a:p>
            <a:fld id="{5EAEA705-5473-49DE-B38F-9C75DED5E6D7}" type="slidenum">
              <a:rPr lang="en-US" smtClean="0"/>
              <a:t>1</a:t>
            </a:fld>
            <a:endParaRPr lang="en-US"/>
          </a:p>
        </p:txBody>
      </p:sp>
    </p:spTree>
    <p:extLst>
      <p:ext uri="{BB962C8B-B14F-4D97-AF65-F5344CB8AC3E}">
        <p14:creationId xmlns:p14="http://schemas.microsoft.com/office/powerpoint/2010/main" val="1933967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1" dirty="0">
                <a:solidFill>
                  <a:srgbClr val="C00000"/>
                </a:solidFill>
              </a:rPr>
              <a:t>© Students of History - </a:t>
            </a:r>
            <a:r>
              <a:rPr lang="en-US" altLang="en-US" sz="1200" b="1" dirty="0">
                <a:solidFill>
                  <a:srgbClr val="C00000"/>
                </a:solidFill>
                <a:hlinkClick r:id="rId3"/>
              </a:rPr>
              <a:t>http://www.teacherspayteachers.com/Store/Students-Of-History</a:t>
            </a:r>
            <a:endParaRPr lang="en-US" altLang="en-US" sz="1200" b="1" dirty="0">
              <a:solidFill>
                <a:srgbClr val="C00000"/>
              </a:solidFill>
            </a:endParaRPr>
          </a:p>
        </p:txBody>
      </p:sp>
      <p:sp>
        <p:nvSpPr>
          <p:cNvPr id="4" name="Slide Number Placeholder 3"/>
          <p:cNvSpPr>
            <a:spLocks noGrp="1"/>
          </p:cNvSpPr>
          <p:nvPr>
            <p:ph type="sldNum" sz="quarter" idx="5"/>
          </p:nvPr>
        </p:nvSpPr>
        <p:spPr/>
        <p:txBody>
          <a:bodyPr/>
          <a:lstStyle/>
          <a:p>
            <a:fld id="{5DC2ED78-A672-4DEB-BAC5-C85114937F47}" type="slidenum">
              <a:rPr lang="en-US" smtClean="0"/>
              <a:t>2</a:t>
            </a:fld>
            <a:endParaRPr lang="en-US"/>
          </a:p>
        </p:txBody>
      </p:sp>
    </p:spTree>
    <p:extLst>
      <p:ext uri="{BB962C8B-B14F-4D97-AF65-F5344CB8AC3E}">
        <p14:creationId xmlns:p14="http://schemas.microsoft.com/office/powerpoint/2010/main" val="16409058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Plains Indians on a buffalo hunt.</a:t>
            </a:r>
          </a:p>
        </p:txBody>
      </p:sp>
      <p:sp>
        <p:nvSpPr>
          <p:cNvPr id="4" name="Slide Number Placeholder 3"/>
          <p:cNvSpPr>
            <a:spLocks noGrp="1"/>
          </p:cNvSpPr>
          <p:nvPr>
            <p:ph type="sldNum" sz="quarter" idx="5"/>
          </p:nvPr>
        </p:nvSpPr>
        <p:spPr/>
        <p:txBody>
          <a:bodyPr/>
          <a:lstStyle/>
          <a:p>
            <a:fld id="{5EAEA705-5473-49DE-B38F-9C75DED5E6D7}" type="slidenum">
              <a:rPr lang="en-US" smtClean="0"/>
              <a:t>3</a:t>
            </a:fld>
            <a:endParaRPr lang="en-US"/>
          </a:p>
        </p:txBody>
      </p:sp>
    </p:spTree>
    <p:extLst>
      <p:ext uri="{BB962C8B-B14F-4D97-AF65-F5344CB8AC3E}">
        <p14:creationId xmlns:p14="http://schemas.microsoft.com/office/powerpoint/2010/main" val="20278559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Generic map of American Indian tribal regions</a:t>
            </a:r>
          </a:p>
        </p:txBody>
      </p:sp>
      <p:sp>
        <p:nvSpPr>
          <p:cNvPr id="4" name="Slide Number Placeholder 3"/>
          <p:cNvSpPr>
            <a:spLocks noGrp="1"/>
          </p:cNvSpPr>
          <p:nvPr>
            <p:ph type="sldNum" sz="quarter" idx="5"/>
          </p:nvPr>
        </p:nvSpPr>
        <p:spPr/>
        <p:txBody>
          <a:bodyPr/>
          <a:lstStyle/>
          <a:p>
            <a:fld id="{5EAEA705-5473-49DE-B38F-9C75DED5E6D7}" type="slidenum">
              <a:rPr lang="en-US" smtClean="0"/>
              <a:t>4</a:t>
            </a:fld>
            <a:endParaRPr lang="en-US"/>
          </a:p>
        </p:txBody>
      </p:sp>
    </p:spTree>
    <p:extLst>
      <p:ext uri="{BB962C8B-B14F-4D97-AF65-F5344CB8AC3E}">
        <p14:creationId xmlns:p14="http://schemas.microsoft.com/office/powerpoint/2010/main" val="26283579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Early Native American tribal territories</a:t>
            </a:r>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5</a:t>
            </a:fld>
            <a:endParaRPr lang="en-US"/>
          </a:p>
        </p:txBody>
      </p:sp>
    </p:spTree>
    <p:extLst>
      <p:ext uri="{BB962C8B-B14F-4D97-AF65-F5344CB8AC3E}">
        <p14:creationId xmlns:p14="http://schemas.microsoft.com/office/powerpoint/2010/main" val="949319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earliest known inhabitants of the Eastern Woodlands were peoples of the </a:t>
            </a:r>
            <a:r>
              <a:rPr lang="en-US" dirty="0" err="1"/>
              <a:t>Adena</a:t>
            </a:r>
            <a:r>
              <a:rPr lang="en-US" dirty="0"/>
              <a:t> and Hopewell cultures,, who inhabited the Ohio and Mississippi river valleys between 800 BCE and 800 CE. They had a tradition of building massive earthwork mounds.</a:t>
            </a:r>
          </a:p>
          <a:p>
            <a:endParaRPr lang="en-US" dirty="0"/>
          </a:p>
          <a:p>
            <a:r>
              <a:rPr lang="en-US" dirty="0"/>
              <a:t>The Eastern Woodlands extended roughly from the Atlantic Ocean to the eastern Great Plains, and from the Great Lakes region to the Gulf of Mexico. The Indigenous people of the Eastern Woodlands spoke languages belonging to several language groups, including Algonquian, Iroquoian, Muskogean, and Siouan, as well as apparently isolated languages such as Calusa, Natchez, Timucua, Tunica and Yuchi. Many of these languages are still spoken today.</a:t>
            </a:r>
          </a:p>
        </p:txBody>
      </p:sp>
      <p:sp>
        <p:nvSpPr>
          <p:cNvPr id="4" name="Slide Number Placeholder 3"/>
          <p:cNvSpPr>
            <a:spLocks noGrp="1"/>
          </p:cNvSpPr>
          <p:nvPr>
            <p:ph type="sldNum" sz="quarter" idx="5"/>
          </p:nvPr>
        </p:nvSpPr>
        <p:spPr/>
        <p:txBody>
          <a:bodyPr/>
          <a:lstStyle/>
          <a:p>
            <a:fld id="{5EAEA705-5473-49DE-B38F-9C75DED5E6D7}" type="slidenum">
              <a:rPr lang="en-US" smtClean="0"/>
              <a:t>6</a:t>
            </a:fld>
            <a:endParaRPr lang="en-US"/>
          </a:p>
        </p:txBody>
      </p:sp>
    </p:spTree>
    <p:extLst>
      <p:ext uri="{BB962C8B-B14F-4D97-AF65-F5344CB8AC3E}">
        <p14:creationId xmlns:p14="http://schemas.microsoft.com/office/powerpoint/2010/main" val="5236548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Iroquois League was created to preserve peace between the member nations and protect them against outsiders. A Great Council resolved differences and kept the peace. Individual tribes maintained their sovereignty. There was a bicameral (two-house) legislature, like the US Congress. Representatives were known as sachems. There was an unwritten constitution that described these proceedings at least as early as 1590.</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After 1722 the 5 Nations accepted the Tuscarora people from the southeast into their confederacy, as they were also Iroquoian-speaking, and consequently became known as the Six Nations.</a:t>
            </a:r>
          </a:p>
          <a:p>
            <a:endParaRPr lang="en-US" dirty="0"/>
          </a:p>
          <a:p>
            <a:r>
              <a:rPr lang="en-US" dirty="0"/>
              <a:t>Image: Ho Nee </a:t>
            </a:r>
            <a:r>
              <a:rPr lang="en-US" dirty="0" err="1"/>
              <a:t>Yeath</a:t>
            </a:r>
            <a:r>
              <a:rPr lang="en-US" dirty="0"/>
              <a:t> Taw No Row, King of the </a:t>
            </a:r>
            <a:r>
              <a:rPr lang="en-US" dirty="0" err="1"/>
              <a:t>Generethgarich</a:t>
            </a:r>
            <a:r>
              <a:rPr lang="en-US" dirty="0"/>
              <a:t> Whole-length portrait of one of the 'Four Indian Kings' who visited London in 1710</a:t>
            </a:r>
          </a:p>
        </p:txBody>
      </p:sp>
      <p:sp>
        <p:nvSpPr>
          <p:cNvPr id="4" name="Slide Number Placeholder 3"/>
          <p:cNvSpPr>
            <a:spLocks noGrp="1"/>
          </p:cNvSpPr>
          <p:nvPr>
            <p:ph type="sldNum" sz="quarter" idx="5"/>
          </p:nvPr>
        </p:nvSpPr>
        <p:spPr/>
        <p:txBody>
          <a:bodyPr/>
          <a:lstStyle/>
          <a:p>
            <a:fld id="{5EAEA705-5473-49DE-B38F-9C75DED5E6D7}" type="slidenum">
              <a:rPr lang="en-US" smtClean="0"/>
              <a:t>7</a:t>
            </a:fld>
            <a:endParaRPr lang="en-US"/>
          </a:p>
        </p:txBody>
      </p:sp>
    </p:spTree>
    <p:extLst>
      <p:ext uri="{BB962C8B-B14F-4D97-AF65-F5344CB8AC3E}">
        <p14:creationId xmlns:p14="http://schemas.microsoft.com/office/powerpoint/2010/main" val="33333845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atin typeface="Bernard MT Condensed" panose="02050806060905020404" pitchFamily="18" charset="0"/>
              </a:rPr>
              <a:t>Algonquians also included the </a:t>
            </a:r>
            <a:r>
              <a:rPr lang="en-US" dirty="0"/>
              <a:t>Powhatan, Miami people, and Leni Lenape. Although these tribes have great differences, they are linked linguistically. They all speak an Algonquin language.  They were the first group to encounter the English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Image: A 16th-century sketch of the Algonquian village of </a:t>
            </a:r>
            <a:r>
              <a:rPr lang="en-US" dirty="0" err="1"/>
              <a:t>Pomeiock</a:t>
            </a:r>
            <a:r>
              <a:rPr lang="en-US" dirty="0"/>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8</a:t>
            </a:fld>
            <a:endParaRPr lang="en-US"/>
          </a:p>
        </p:txBody>
      </p:sp>
    </p:spTree>
    <p:extLst>
      <p:ext uri="{BB962C8B-B14F-4D97-AF65-F5344CB8AC3E}">
        <p14:creationId xmlns:p14="http://schemas.microsoft.com/office/powerpoint/2010/main" val="1008656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fontAlgn="t"/>
            <a:r>
              <a:rPr lang="en-US" dirty="0">
                <a:effectLst/>
              </a:rPr>
              <a:t>Pre-contact distribution of Algonquian languages</a:t>
            </a:r>
          </a:p>
          <a:p>
            <a:br>
              <a:rPr lang="en-US" dirty="0"/>
            </a:br>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9</a:t>
            </a:fld>
            <a:endParaRPr lang="en-US"/>
          </a:p>
        </p:txBody>
      </p:sp>
    </p:spTree>
    <p:extLst>
      <p:ext uri="{BB962C8B-B14F-4D97-AF65-F5344CB8AC3E}">
        <p14:creationId xmlns:p14="http://schemas.microsoft.com/office/powerpoint/2010/main" val="15544894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Clans were related people. When a baby was born, he or she belonged to the mother's clan. Laws varied, but some laws were the same in all tribes. One such law was that you could not marry someone from your own clan.</a:t>
            </a:r>
          </a:p>
          <a:p>
            <a:endParaRPr lang="en-US" dirty="0"/>
          </a:p>
          <a:p>
            <a:r>
              <a:rPr lang="en-US" dirty="0"/>
              <a:t>Eventually, Europeans would describe the Creek, Cherokee, Choctaw, Chickasaw, and Seminole as the “Five Civilized Tribes.”</a:t>
            </a:r>
          </a:p>
          <a:p>
            <a:endParaRPr lang="en-US" dirty="0"/>
          </a:p>
          <a:p>
            <a:r>
              <a:rPr lang="en-US" dirty="0"/>
              <a:t>Cherokee called themselves the Ani-</a:t>
            </a:r>
            <a:r>
              <a:rPr lang="en-US" dirty="0" err="1"/>
              <a:t>Yunwiya</a:t>
            </a:r>
            <a:r>
              <a:rPr lang="en-US" dirty="0"/>
              <a:t>, meaning "principal people". The Booger Dance is a Cherokee traditional dance with masks, performed at night-time around a campfire. "Boogers“ are male dancers with colorful masks that represent evil spirits. The Boogers also represent the malevolent spirits and the dance is to provide protection against the evil spirits. </a:t>
            </a:r>
          </a:p>
          <a:p>
            <a:endParaRPr lang="en-US" dirty="0"/>
          </a:p>
          <a:p>
            <a:r>
              <a:rPr lang="en-US" dirty="0"/>
              <a:t>In 1821, a Cherokee named Sequoyah created a Cherokee syllabary, making reading and writing in Cherokee possible. </a:t>
            </a:r>
          </a:p>
          <a:p>
            <a:endParaRPr lang="en-US" dirty="0"/>
          </a:p>
          <a:p>
            <a:r>
              <a:rPr lang="en-US" dirty="0"/>
              <a:t>The Seminole lived in thatched roof houses known as Chickees. </a:t>
            </a:r>
          </a:p>
          <a:p>
            <a:endParaRPr lang="en-US" dirty="0"/>
          </a:p>
          <a:p>
            <a:r>
              <a:rPr lang="en-US" dirty="0"/>
              <a:t>Creek towns were grouped into white and red categories, set apart for peace ceremonials and war ceremonials, respectively.</a:t>
            </a:r>
          </a:p>
          <a:p>
            <a:endParaRPr lang="en-US" dirty="0"/>
          </a:p>
          <a:p>
            <a:r>
              <a:rPr lang="en-US" dirty="0"/>
              <a:t>Image: </a:t>
            </a:r>
            <a:r>
              <a:rPr lang="en-US" dirty="0" err="1"/>
              <a:t>Cól</a:t>
            </a:r>
            <a:r>
              <a:rPr lang="en-US" dirty="0"/>
              <a:t>-lee, a Cherokee Band Chief, painted by George Catlin, 1834</a:t>
            </a:r>
          </a:p>
        </p:txBody>
      </p:sp>
      <p:sp>
        <p:nvSpPr>
          <p:cNvPr id="4" name="Slide Number Placeholder 3"/>
          <p:cNvSpPr>
            <a:spLocks noGrp="1"/>
          </p:cNvSpPr>
          <p:nvPr>
            <p:ph type="sldNum" sz="quarter" idx="5"/>
          </p:nvPr>
        </p:nvSpPr>
        <p:spPr/>
        <p:txBody>
          <a:bodyPr/>
          <a:lstStyle/>
          <a:p>
            <a:fld id="{5EAEA705-5473-49DE-B38F-9C75DED5E6D7}" type="slidenum">
              <a:rPr lang="en-US" smtClean="0"/>
              <a:t>10</a:t>
            </a:fld>
            <a:endParaRPr lang="en-US"/>
          </a:p>
        </p:txBody>
      </p:sp>
    </p:spTree>
    <p:extLst>
      <p:ext uri="{BB962C8B-B14F-4D97-AF65-F5344CB8AC3E}">
        <p14:creationId xmlns:p14="http://schemas.microsoft.com/office/powerpoint/2010/main" val="27840062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 group of young men from the Seminole tribe</a:t>
            </a:r>
          </a:p>
        </p:txBody>
      </p:sp>
      <p:sp>
        <p:nvSpPr>
          <p:cNvPr id="4" name="Slide Number Placeholder 3"/>
          <p:cNvSpPr>
            <a:spLocks noGrp="1"/>
          </p:cNvSpPr>
          <p:nvPr>
            <p:ph type="sldNum" sz="quarter" idx="5"/>
          </p:nvPr>
        </p:nvSpPr>
        <p:spPr/>
        <p:txBody>
          <a:bodyPr/>
          <a:lstStyle/>
          <a:p>
            <a:fld id="{5EAEA705-5473-49DE-B38F-9C75DED5E6D7}" type="slidenum">
              <a:rPr lang="en-US" smtClean="0"/>
              <a:t>11</a:t>
            </a:fld>
            <a:endParaRPr lang="en-US"/>
          </a:p>
        </p:txBody>
      </p:sp>
    </p:spTree>
    <p:extLst>
      <p:ext uri="{BB962C8B-B14F-4D97-AF65-F5344CB8AC3E}">
        <p14:creationId xmlns:p14="http://schemas.microsoft.com/office/powerpoint/2010/main" val="13654731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Mogollon are related to the Acoma, Hopi, and Zuni people. The Puebloans share common agricultural, material, and religious practices. Pueblo means "village" in Spanish and was used it to refer to the people's style of dwelling.</a:t>
            </a:r>
          </a:p>
          <a:p>
            <a:endParaRPr lang="en-US" dirty="0"/>
          </a:p>
          <a:p>
            <a:r>
              <a:rPr lang="en-US" dirty="0"/>
              <a:t>The meaning of the word "Hopi" is "behaving one, one who is mannered, civilized, peaceable, polite, who adheres to the Hopi Way. Hopi are organized into matrilineal clans. These clan organizations extend across all villages. Children are named by the women of the father's clan. After the child is introduced to the Sun, the women of the paternal clan gather, and name the child in honor of the father's clan. Children can be given over forty names. The village members decide the common name.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12</a:t>
            </a:fld>
            <a:endParaRPr lang="en-US"/>
          </a:p>
        </p:txBody>
      </p:sp>
    </p:spTree>
    <p:extLst>
      <p:ext uri="{BB962C8B-B14F-4D97-AF65-F5344CB8AC3E}">
        <p14:creationId xmlns:p14="http://schemas.microsoft.com/office/powerpoint/2010/main" val="40679733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Cliff Palace is the largest cliff dwelling in North America. Built by the Ancestral Puebloans, it is now located in Mesa Verde National Park. Construction and refurbishing of Cliff Palace was continuous from 1190 - 1260 CE, although the major portion of the building was done within a 20-year time span. The Ancestral Puebloans were driven defensible positions like this by increasing competition amidst changing climatic conditions. </a:t>
            </a:r>
            <a:r>
              <a:rPr lang="en-US"/>
              <a:t>Cliff Palace was abandoned by 1300 and rediscovered in 1888 by two ranchers looking for stray cattle.</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EAEA705-5473-49DE-B38F-9C75DED5E6D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65888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term Navajo comes from Spanish missionaries who referred to the Pueblo Indians through this term, although they referred to themselves as the </a:t>
            </a:r>
            <a:r>
              <a:rPr lang="en-US" dirty="0" err="1"/>
              <a:t>Diné</a:t>
            </a:r>
            <a:r>
              <a:rPr lang="en-US" dirty="0"/>
              <a:t>, meaning 'the people'. The Navajo and Apache are distant cousins – both languages are similar and both migrated from northwestern Canada and Alaska. Until contact with the Pueblo and the Spanish peoples, the Navajo were largely hunters and gatherers. The tribe adopted farming techniques from the Pueblo, growing the traditional "Three Sisters" of corn, beans, and squash. Traditional Navajo society was organized through matrilineal kinship; small, bands of related kin made decisions on a consensus basis.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Eastern Apache, include the Mescalero, Chiricahua, and Kiowa Apache, and Western Apache, which include the Mogollon Apache. Some were farmers others like the Chiricahua were nomadic and aggressive, raiding towns from their strongholds in the Dragoon Mountains. </a:t>
            </a:r>
          </a:p>
          <a:p>
            <a:endParaRPr lang="en-US" dirty="0"/>
          </a:p>
          <a:p>
            <a:r>
              <a:rPr lang="en-US" dirty="0"/>
              <a:t>The Apache did not have a centralized tribal organization. Instead, the band, an autonomous small group within a given locality, was the primary political unit as well as the primary raiding unit. The strongest headman of a band was recognized as an informal chief, and several bands might be united under one leader. Chieftainship was thus an earned privilege rather than a hereditary one.</a:t>
            </a:r>
          </a:p>
          <a:p>
            <a:endParaRPr lang="en-US" dirty="0"/>
          </a:p>
          <a:p>
            <a:r>
              <a:rPr lang="en-US" dirty="0"/>
              <a:t>Picture: Geronimo (the one who yawns) a prominent Apache leader.</a:t>
            </a:r>
          </a:p>
        </p:txBody>
      </p:sp>
      <p:sp>
        <p:nvSpPr>
          <p:cNvPr id="4" name="Slide Number Placeholder 3"/>
          <p:cNvSpPr>
            <a:spLocks noGrp="1"/>
          </p:cNvSpPr>
          <p:nvPr>
            <p:ph type="sldNum" sz="quarter" idx="5"/>
          </p:nvPr>
        </p:nvSpPr>
        <p:spPr/>
        <p:txBody>
          <a:bodyPr/>
          <a:lstStyle/>
          <a:p>
            <a:fld id="{5EAEA705-5473-49DE-B38F-9C75DED5E6D7}" type="slidenum">
              <a:rPr lang="en-US" smtClean="0"/>
              <a:t>14</a:t>
            </a:fld>
            <a:endParaRPr lang="en-US"/>
          </a:p>
        </p:txBody>
      </p:sp>
    </p:spTree>
    <p:extLst>
      <p:ext uri="{BB962C8B-B14F-4D97-AF65-F5344CB8AC3E}">
        <p14:creationId xmlns:p14="http://schemas.microsoft.com/office/powerpoint/2010/main" val="37856748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Acoma runners, c. 1909</a:t>
            </a:r>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15</a:t>
            </a:fld>
            <a:endParaRPr lang="en-US"/>
          </a:p>
        </p:txBody>
      </p:sp>
    </p:spTree>
    <p:extLst>
      <p:ext uri="{BB962C8B-B14F-4D97-AF65-F5344CB8AC3E}">
        <p14:creationId xmlns:p14="http://schemas.microsoft.com/office/powerpoint/2010/main" val="101554212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Cahokia reached its peak around the year 1100 but residents abandoned the city over the next centuries. There was likely an environmental crisis</a:t>
            </a:r>
          </a:p>
        </p:txBody>
      </p:sp>
      <p:sp>
        <p:nvSpPr>
          <p:cNvPr id="4" name="Slide Number Placeholder 3"/>
          <p:cNvSpPr>
            <a:spLocks noGrp="1"/>
          </p:cNvSpPr>
          <p:nvPr>
            <p:ph type="sldNum" sz="quarter" idx="5"/>
          </p:nvPr>
        </p:nvSpPr>
        <p:spPr/>
        <p:txBody>
          <a:bodyPr/>
          <a:lstStyle/>
          <a:p>
            <a:fld id="{5EAEA705-5473-49DE-B38F-9C75DED5E6D7}" type="slidenum">
              <a:rPr lang="en-US" smtClean="0"/>
              <a:t>16</a:t>
            </a:fld>
            <a:endParaRPr lang="en-US"/>
          </a:p>
        </p:txBody>
      </p:sp>
    </p:spTree>
    <p:extLst>
      <p:ext uri="{BB962C8B-B14F-4D97-AF65-F5344CB8AC3E}">
        <p14:creationId xmlns:p14="http://schemas.microsoft.com/office/powerpoint/2010/main" val="4032867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Monks Mound was the largest Pre-Columbian earthwork, built around 900–955 CE at the Cahokia Mounds in Illinois. The mound size was calculated as about 100 feet high, 955 feet long, and 775 feet wide. This makes it roughly the same size at its base as the Great Pyramid of Giza </a:t>
            </a:r>
          </a:p>
          <a:p>
            <a:endParaRPr lang="en-US" dirty="0"/>
          </a:p>
          <a:p>
            <a:r>
              <a:rPr lang="en-US" dirty="0"/>
              <a:t>Unlike Egyptian pyramids which were built of stone, the platform mound was constructed almost entirely of layers of basket-transported soil and clay. Because of this construction and its flattened top, over the years, it has retained rainwater within the structure. This has caused slumping,</a:t>
            </a:r>
          </a:p>
        </p:txBody>
      </p:sp>
      <p:sp>
        <p:nvSpPr>
          <p:cNvPr id="4" name="Slide Number Placeholder 3"/>
          <p:cNvSpPr>
            <a:spLocks noGrp="1"/>
          </p:cNvSpPr>
          <p:nvPr>
            <p:ph type="sldNum" sz="quarter" idx="5"/>
          </p:nvPr>
        </p:nvSpPr>
        <p:spPr/>
        <p:txBody>
          <a:bodyPr/>
          <a:lstStyle/>
          <a:p>
            <a:fld id="{5EAEA705-5473-49DE-B38F-9C75DED5E6D7}" type="slidenum">
              <a:rPr lang="en-US" smtClean="0"/>
              <a:t>17</a:t>
            </a:fld>
            <a:endParaRPr lang="en-US"/>
          </a:p>
        </p:txBody>
      </p:sp>
    </p:spTree>
    <p:extLst>
      <p:ext uri="{BB962C8B-B14F-4D97-AF65-F5344CB8AC3E}">
        <p14:creationId xmlns:p14="http://schemas.microsoft.com/office/powerpoint/2010/main" val="179907235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Plains tribes are divided into two groups which overlap. The first were fully nomadic during the 18th and 19th centuries, following the herds of buffalo and included include the Blackfoot, Arapaho, Assiniboine, Cheyenne, Comanche, Crow, Gros Lakota, Lipan, Plains Apache, Plains Cree. The second group were sedentary and, in addition to hunting buffalo, they lived in villages, raised crops, and actively traded with other tribes. These include the Hidatsa, Iowa, Mandan, </a:t>
            </a:r>
            <a:r>
              <a:rPr lang="en-US" dirty="0" err="1"/>
              <a:t>Missouria</a:t>
            </a:r>
            <a:r>
              <a:rPr lang="en-US" dirty="0"/>
              <a:t>, Omaha, Osage, Pawnee, Wichita, and Dakota. Their historic nomadism and armed resistance to domination by the government and military forces of Canada and the United States have made the Plains Indian culture groups an archetype in literature and art for Native Americans everywhere.</a:t>
            </a:r>
          </a:p>
          <a:p>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18</a:t>
            </a:fld>
            <a:endParaRPr lang="en-US"/>
          </a:p>
        </p:txBody>
      </p:sp>
    </p:spTree>
    <p:extLst>
      <p:ext uri="{BB962C8B-B14F-4D97-AF65-F5344CB8AC3E}">
        <p14:creationId xmlns:p14="http://schemas.microsoft.com/office/powerpoint/2010/main" val="2607572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George Catlin’s “Buffalo Hunt” from 1844</a:t>
            </a:r>
          </a:p>
        </p:txBody>
      </p:sp>
      <p:sp>
        <p:nvSpPr>
          <p:cNvPr id="4" name="Slide Number Placeholder 3"/>
          <p:cNvSpPr>
            <a:spLocks noGrp="1"/>
          </p:cNvSpPr>
          <p:nvPr>
            <p:ph type="sldNum" sz="quarter" idx="5"/>
          </p:nvPr>
        </p:nvSpPr>
        <p:spPr/>
        <p:txBody>
          <a:bodyPr/>
          <a:lstStyle/>
          <a:p>
            <a:fld id="{5EAEA705-5473-49DE-B38F-9C75DED5E6D7}" type="slidenum">
              <a:rPr lang="en-US" smtClean="0"/>
              <a:t>19</a:t>
            </a:fld>
            <a:endParaRPr lang="en-US"/>
          </a:p>
        </p:txBody>
      </p:sp>
    </p:spTree>
    <p:extLst>
      <p:ext uri="{BB962C8B-B14F-4D97-AF65-F5344CB8AC3E}">
        <p14:creationId xmlns:p14="http://schemas.microsoft.com/office/powerpoint/2010/main" val="36642264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Tipis painted by George Catlin in the 1830s</a:t>
            </a:r>
          </a:p>
        </p:txBody>
      </p:sp>
      <p:sp>
        <p:nvSpPr>
          <p:cNvPr id="4" name="Slide Number Placeholder 3"/>
          <p:cNvSpPr>
            <a:spLocks noGrp="1"/>
          </p:cNvSpPr>
          <p:nvPr>
            <p:ph type="sldNum" sz="quarter" idx="5"/>
          </p:nvPr>
        </p:nvSpPr>
        <p:spPr/>
        <p:txBody>
          <a:bodyPr/>
          <a:lstStyle/>
          <a:p>
            <a:fld id="{5EAEA705-5473-49DE-B38F-9C75DED5E6D7}" type="slidenum">
              <a:rPr lang="en-US" smtClean="0"/>
              <a:t>20</a:t>
            </a:fld>
            <a:endParaRPr lang="en-US"/>
          </a:p>
        </p:txBody>
      </p:sp>
    </p:spTree>
    <p:extLst>
      <p:ext uri="{BB962C8B-B14F-4D97-AF65-F5344CB8AC3E}">
        <p14:creationId xmlns:p14="http://schemas.microsoft.com/office/powerpoint/2010/main" val="2109328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The Interior of the Hut of a Mandan Chief by Karl </a:t>
            </a:r>
            <a:r>
              <a:rPr lang="en-US" dirty="0" err="1"/>
              <a:t>Bodmer</a:t>
            </a:r>
            <a:r>
              <a:rPr lang="en-US" dirty="0"/>
              <a:t> 1833 – 1834 by Karl </a:t>
            </a:r>
            <a:r>
              <a:rPr lang="en-US" dirty="0" err="1"/>
              <a:t>Bodmer</a:t>
            </a:r>
            <a:r>
              <a:rPr lang="en-US" dirty="0"/>
              <a:t> from his travel to the Mandan 1833-1834</a:t>
            </a:r>
          </a:p>
        </p:txBody>
      </p:sp>
      <p:sp>
        <p:nvSpPr>
          <p:cNvPr id="4" name="Slide Number Placeholder 3"/>
          <p:cNvSpPr>
            <a:spLocks noGrp="1"/>
          </p:cNvSpPr>
          <p:nvPr>
            <p:ph type="sldNum" sz="quarter" idx="5"/>
          </p:nvPr>
        </p:nvSpPr>
        <p:spPr/>
        <p:txBody>
          <a:bodyPr/>
          <a:lstStyle/>
          <a:p>
            <a:fld id="{5EAEA705-5473-49DE-B38F-9C75DED5E6D7}" type="slidenum">
              <a:rPr lang="en-US" smtClean="0"/>
              <a:t>21</a:t>
            </a:fld>
            <a:endParaRPr lang="en-US"/>
          </a:p>
        </p:txBody>
      </p:sp>
    </p:spTree>
    <p:extLst>
      <p:ext uri="{BB962C8B-B14F-4D97-AF65-F5344CB8AC3E}">
        <p14:creationId xmlns:p14="http://schemas.microsoft.com/office/powerpoint/2010/main" val="36584564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Mounted Blackfoot warrior on horse painted from life by Karl </a:t>
            </a:r>
            <a:r>
              <a:rPr lang="en-US" dirty="0" err="1"/>
              <a:t>Bodmer</a:t>
            </a:r>
            <a:r>
              <a:rPr lang="en-US" dirty="0"/>
              <a:t>.</a:t>
            </a:r>
          </a:p>
        </p:txBody>
      </p:sp>
      <p:sp>
        <p:nvSpPr>
          <p:cNvPr id="4" name="Slide Number Placeholder 3"/>
          <p:cNvSpPr>
            <a:spLocks noGrp="1"/>
          </p:cNvSpPr>
          <p:nvPr>
            <p:ph type="sldNum" sz="quarter" idx="5"/>
          </p:nvPr>
        </p:nvSpPr>
        <p:spPr/>
        <p:txBody>
          <a:bodyPr/>
          <a:lstStyle/>
          <a:p>
            <a:fld id="{5EAEA705-5473-49DE-B38F-9C75DED5E6D7}" type="slidenum">
              <a:rPr lang="en-US" smtClean="0"/>
              <a:t>22</a:t>
            </a:fld>
            <a:endParaRPr lang="en-US"/>
          </a:p>
        </p:txBody>
      </p:sp>
    </p:spTree>
    <p:extLst>
      <p:ext uri="{BB962C8B-B14F-4D97-AF65-F5344CB8AC3E}">
        <p14:creationId xmlns:p14="http://schemas.microsoft.com/office/powerpoint/2010/main" val="872015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Located in what is now Nevada, and parts of Oregon, California, Idaho, Wyoming, and Utah. Great Basin tribes had no permanent settlements, although winter villages might be revisited winter after winter by the same group of families. In the summer, the largest group was usually the nuclear family due to the low density of food supplies.</a:t>
            </a:r>
          </a:p>
          <a:p>
            <a:endParaRPr lang="en-US" dirty="0"/>
          </a:p>
          <a:p>
            <a:r>
              <a:rPr lang="en-US" dirty="0"/>
              <a:t>Illustration of a Snake woman (left) and a </a:t>
            </a:r>
            <a:r>
              <a:rPr lang="en-US" dirty="0" err="1"/>
              <a:t>Nehiyaw</a:t>
            </a:r>
            <a:r>
              <a:rPr lang="en-US" dirty="0"/>
              <a:t> woman (right), c. 1840–1843, Karl </a:t>
            </a:r>
            <a:r>
              <a:rPr lang="en-US" dirty="0" err="1"/>
              <a:t>Bodmer</a:t>
            </a:r>
            <a:endParaRPr lang="en-US" dirty="0"/>
          </a:p>
          <a:p>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23</a:t>
            </a:fld>
            <a:endParaRPr lang="en-US"/>
          </a:p>
        </p:txBody>
      </p:sp>
    </p:spTree>
    <p:extLst>
      <p:ext uri="{BB962C8B-B14F-4D97-AF65-F5344CB8AC3E}">
        <p14:creationId xmlns:p14="http://schemas.microsoft.com/office/powerpoint/2010/main" val="20221455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On the northwest coast the climate and natural resources made possible the rise of a complex Aboriginal culture. The people who lived in what are today British Columbia, Washington, and Oregon were able to obtain a good living without much effort. They had time and energy to devote to the development of fine arts and crafts and to religious and social ceremonies.</a:t>
            </a:r>
          </a:p>
          <a:p>
            <a:endParaRPr lang="en-US" dirty="0"/>
          </a:p>
          <a:p>
            <a:r>
              <a:rPr lang="en-US" dirty="0"/>
              <a:t>Many tribes, such as the Tlingit (KLIN-kit) and Haida (HY-dah), showed off their status with totem poles. The word totem derives from the Algonquian word </a:t>
            </a:r>
            <a:r>
              <a:rPr lang="en-US" dirty="0" err="1"/>
              <a:t>odoodem</a:t>
            </a:r>
            <a:r>
              <a:rPr lang="en-US" dirty="0"/>
              <a:t> meaning "kinship group". The carvings may symbolize or commemorate ancestors, cultural beliefs that recount familiar legends, clan lineages, or notable events. Thunderbirds (a mythical animal that caused thunder with its wings), ravens, and bears often stared down from many totem poles.</a:t>
            </a:r>
          </a:p>
          <a:p>
            <a:endParaRPr lang="en-US" dirty="0"/>
          </a:p>
          <a:p>
            <a:r>
              <a:rPr lang="en-US" dirty="0"/>
              <a:t>A potlatch is a gift-giving feast practiced by Indigenous peoples of the Pacific Northwest Coast. It involves giving away or destroying valuable items in order to demonstrate a leader's wealth and power. Potlatches are also focused on the reaffirmation of family, clan, and international connections, and the human connection with the supernatural world.</a:t>
            </a:r>
          </a:p>
          <a:p>
            <a:endParaRPr lang="en-US" dirty="0"/>
          </a:p>
          <a:p>
            <a:r>
              <a:rPr lang="en-US" dirty="0"/>
              <a:t>California had many tribes, including the Yurok, Mojave, Pomo, Paiute, and Modoc. Each with distinct linguistic, social, and cultural traditions. Except for the Colorado River peoples (Mojave and Quechan) and perhaps some Chumash groups, California peoples avoided centralized governmental structures at the tribal level; instead, each tribe consisted of several independent geopolitical units, or tribelets.</a:t>
            </a:r>
          </a:p>
        </p:txBody>
      </p:sp>
      <p:sp>
        <p:nvSpPr>
          <p:cNvPr id="4" name="Slide Number Placeholder 3"/>
          <p:cNvSpPr>
            <a:spLocks noGrp="1"/>
          </p:cNvSpPr>
          <p:nvPr>
            <p:ph type="sldNum" sz="quarter" idx="5"/>
          </p:nvPr>
        </p:nvSpPr>
        <p:spPr/>
        <p:txBody>
          <a:bodyPr/>
          <a:lstStyle/>
          <a:p>
            <a:fld id="{5EAEA705-5473-49DE-B38F-9C75DED5E6D7}" type="slidenum">
              <a:rPr lang="en-US" smtClean="0"/>
              <a:t>24</a:t>
            </a:fld>
            <a:endParaRPr lang="en-US"/>
          </a:p>
        </p:txBody>
      </p:sp>
    </p:spTree>
    <p:extLst>
      <p:ext uri="{BB962C8B-B14F-4D97-AF65-F5344CB8AC3E}">
        <p14:creationId xmlns:p14="http://schemas.microsoft.com/office/powerpoint/2010/main" val="8399169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Image: Yakama women, a tribe based primarily in eastern Washington state. Two of the women are not married (one with the beaded headband the other with the headband and one eagle feather).</a:t>
            </a:r>
          </a:p>
          <a:p>
            <a:endParaRPr lang="en-US" dirty="0"/>
          </a:p>
          <a:p>
            <a:endParaRPr lang="en-US" dirty="0"/>
          </a:p>
        </p:txBody>
      </p:sp>
      <p:sp>
        <p:nvSpPr>
          <p:cNvPr id="4" name="Slide Number Placeholder 3"/>
          <p:cNvSpPr>
            <a:spLocks noGrp="1"/>
          </p:cNvSpPr>
          <p:nvPr>
            <p:ph type="sldNum" sz="quarter" idx="5"/>
          </p:nvPr>
        </p:nvSpPr>
        <p:spPr/>
        <p:txBody>
          <a:bodyPr/>
          <a:lstStyle/>
          <a:p>
            <a:fld id="{5EAEA705-5473-49DE-B38F-9C75DED5E6D7}" type="slidenum">
              <a:rPr lang="en-US" smtClean="0"/>
              <a:t>25</a:t>
            </a:fld>
            <a:endParaRPr lang="en-US"/>
          </a:p>
        </p:txBody>
      </p:sp>
    </p:spTree>
    <p:extLst>
      <p:ext uri="{BB962C8B-B14F-4D97-AF65-F5344CB8AC3E}">
        <p14:creationId xmlns:p14="http://schemas.microsoft.com/office/powerpoint/2010/main" val="12664057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D91F21-3A0E-4ACE-A899-18B6054F52DD}"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12883358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D91F21-3A0E-4ACE-A899-18B6054F52DD}"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400112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1F21-3A0E-4ACE-A899-18B6054F52DD}"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1566045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D91F21-3A0E-4ACE-A899-18B6054F52DD}"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3288222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D91F21-3A0E-4ACE-A899-18B6054F52DD}" type="datetimeFigureOut">
              <a:rPr lang="en-US" smtClean="0"/>
              <a:t>7/1/2025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33790051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91F21-3A0E-4ACE-A899-18B6054F52DD}" type="datetimeFigureOut">
              <a:rPr lang="en-US" smtClean="0"/>
              <a:t>7/1/2025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30936367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D91F21-3A0E-4ACE-A899-18B6054F52DD}" type="datetimeFigureOut">
              <a:rPr lang="en-US" smtClean="0"/>
              <a:t>7/1/2025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770522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D91F21-3A0E-4ACE-A899-18B6054F52DD}"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2010454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D91F21-3A0E-4ACE-A899-18B6054F52DD}" type="datetimeFigureOut">
              <a:rPr lang="en-US" smtClean="0"/>
              <a:t>7/1/2025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39073410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D91F21-3A0E-4ACE-A899-18B6054F52DD}"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10221298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D91F21-3A0E-4ACE-A899-18B6054F52DD}" type="datetimeFigureOut">
              <a:rPr lang="en-US" smtClean="0"/>
              <a:t>7/1/2025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AE0292E-5A6A-4788-8BA4-0318543EE45B}" type="slidenum">
              <a:rPr lang="en-US" smtClean="0"/>
              <a:t>‹#›</a:t>
            </a:fld>
            <a:endParaRPr lang="en-US"/>
          </a:p>
        </p:txBody>
      </p:sp>
    </p:spTree>
    <p:extLst>
      <p:ext uri="{BB962C8B-B14F-4D97-AF65-F5344CB8AC3E}">
        <p14:creationId xmlns:p14="http://schemas.microsoft.com/office/powerpoint/2010/main" val="591559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D91F21-3A0E-4ACE-A899-18B6054F52DD}" type="datetimeFigureOut">
              <a:rPr lang="en-US" smtClean="0"/>
              <a:t>7/1/2025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AE0292E-5A6A-4788-8BA4-0318543EE45B}" type="slidenum">
              <a:rPr lang="en-US" smtClean="0"/>
              <a:t>‹#›</a:t>
            </a:fld>
            <a:endParaRPr lang="en-US"/>
          </a:p>
        </p:txBody>
      </p:sp>
    </p:spTree>
    <p:extLst>
      <p:ext uri="{BB962C8B-B14F-4D97-AF65-F5344CB8AC3E}">
        <p14:creationId xmlns:p14="http://schemas.microsoft.com/office/powerpoint/2010/main" val="21464514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docs.google.com/document/d/1h3jhqQE206uA05dwMWukg0R07nVRiAUaAG-Zz1wDxPY/view" TargetMode="External"/><Relationship Id="rId3" Type="http://schemas.openxmlformats.org/officeDocument/2006/relationships/image" Target="../media/image3.png"/><Relationship Id="rId7" Type="http://schemas.openxmlformats.org/officeDocument/2006/relationships/hyperlink" Target="https://docs.google.com/document/d/15BY5aGJEmiXr0ZcX0brwlnyehM4nhzQM/edit?usp=sharing&amp;ouid=118435158244194289373&amp;rtpof=true&amp;sd=true"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hyperlink" Target="https://docs.google.com/presentation/d/1WdrYgy1BIehMxkEkWl32QPYuehAUsJYIP9oSCQoj9nk/view" TargetMode="External"/><Relationship Id="rId5" Type="http://schemas.openxmlformats.org/officeDocument/2006/relationships/image" Target="../media/image5.png"/><Relationship Id="rId10" Type="http://schemas.openxmlformats.org/officeDocument/2006/relationships/hyperlink" Target="https://youtu.be/-oW_LVKuujc" TargetMode="External"/><Relationship Id="rId4" Type="http://schemas.openxmlformats.org/officeDocument/2006/relationships/image" Target="../media/image4.png"/><Relationship Id="rId9" Type="http://schemas.openxmlformats.org/officeDocument/2006/relationships/hyperlink" Target="https://docs.google.com/document/d/10doJhynIXoO9hUYsIZGhK6ztknkyVshgnHabRZC_BSo/view" TargetMode="Externa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microsoft.com/office/2007/relationships/hdphoto" Target="../media/hdphoto1.wdp"/><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tags" Target="../tags/tag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2.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tags" Target="../tags/tag3.xml"/><Relationship Id="rId6" Type="http://schemas.openxmlformats.org/officeDocument/2006/relationships/image" Target="../media/image16.png"/><Relationship Id="rId5" Type="http://schemas.openxmlformats.org/officeDocument/2006/relationships/image" Target="../media/image13.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tags" Target="../tags/tag4.xml"/><Relationship Id="rId6" Type="http://schemas.openxmlformats.org/officeDocument/2006/relationships/image" Target="../media/image13.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4.png"/><Relationship Id="rId2" Type="http://schemas.openxmlformats.org/officeDocument/2006/relationships/slideLayout" Target="../slideLayouts/slideLayout7.xml"/><Relationship Id="rId1" Type="http://schemas.openxmlformats.org/officeDocument/2006/relationships/tags" Target="../tags/tag5.xml"/><Relationship Id="rId6" Type="http://schemas.openxmlformats.org/officeDocument/2006/relationships/image" Target="../media/image13.png"/><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ags" Target="../tags/tag6.xml"/><Relationship Id="rId6" Type="http://schemas.openxmlformats.org/officeDocument/2006/relationships/image" Target="../media/image24.png"/><Relationship Id="rId5" Type="http://schemas.openxmlformats.org/officeDocument/2006/relationships/image" Target="../media/image13.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tags" Target="../tags/tag7.xml"/><Relationship Id="rId6" Type="http://schemas.openxmlformats.org/officeDocument/2006/relationships/image" Target="../media/image30.png"/><Relationship Id="rId5" Type="http://schemas.openxmlformats.org/officeDocument/2006/relationships/image" Target="../media/image13.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notesSlide" Target="../notesSlides/notesSlide18.xml"/><Relationship Id="rId7" Type="http://schemas.microsoft.com/office/2007/relationships/hdphoto" Target="../media/hdphoto3.wdp"/><Relationship Id="rId2" Type="http://schemas.openxmlformats.org/officeDocument/2006/relationships/slideLayout" Target="../slideLayouts/slideLayout7.xml"/><Relationship Id="rId1" Type="http://schemas.openxmlformats.org/officeDocument/2006/relationships/tags" Target="../tags/tag8.xml"/><Relationship Id="rId6" Type="http://schemas.openxmlformats.org/officeDocument/2006/relationships/image" Target="../media/image33.png"/><Relationship Id="rId11" Type="http://schemas.openxmlformats.org/officeDocument/2006/relationships/image" Target="../media/image13.png"/><Relationship Id="rId5" Type="http://schemas.microsoft.com/office/2007/relationships/hdphoto" Target="../media/hdphoto2.wdp"/><Relationship Id="rId10" Type="http://schemas.microsoft.com/office/2007/relationships/hdphoto" Target="../media/hdphoto4.wdp"/><Relationship Id="rId4" Type="http://schemas.openxmlformats.org/officeDocument/2006/relationships/image" Target="../media/image32.png"/><Relationship Id="rId9" Type="http://schemas.openxmlformats.org/officeDocument/2006/relationships/image" Target="../media/image35.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7" Type="http://schemas.openxmlformats.org/officeDocument/2006/relationships/image" Target="../media/image13.png"/><Relationship Id="rId2" Type="http://schemas.openxmlformats.org/officeDocument/2006/relationships/slideLayout" Target="../slideLayouts/slideLayout7.xml"/><Relationship Id="rId1" Type="http://schemas.openxmlformats.org/officeDocument/2006/relationships/tags" Target="../tags/tag9.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7.xml"/><Relationship Id="rId1" Type="http://schemas.openxmlformats.org/officeDocument/2006/relationships/tags" Target="../tags/tag10.xml"/><Relationship Id="rId6" Type="http://schemas.openxmlformats.org/officeDocument/2006/relationships/image" Target="../media/image13.png"/><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47.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F187045-EFE2-46AC-9A18-E6782522153E}"/>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t="7692" b="14359"/>
          <a:stretch>
            <a:fillRect/>
          </a:stretch>
        </p:blipFill>
        <p:spPr>
          <a:xfrm>
            <a:off x="0" y="-269632"/>
            <a:ext cx="12192000" cy="7127632"/>
          </a:xfrm>
          <a:prstGeom prst="rect">
            <a:avLst/>
          </a:prstGeom>
        </p:spPr>
      </p:pic>
      <p:sp>
        <p:nvSpPr>
          <p:cNvPr id="4" name="TextBox 3">
            <a:extLst>
              <a:ext uri="{FF2B5EF4-FFF2-40B4-BE49-F238E27FC236}">
                <a16:creationId xmlns:a16="http://schemas.microsoft.com/office/drawing/2014/main" id="{FE2CD825-0E23-4190-BA4B-8EA640ECF1E7}"/>
              </a:ext>
            </a:extLst>
          </p:cNvPr>
          <p:cNvSpPr txBox="1"/>
          <p:nvPr/>
        </p:nvSpPr>
        <p:spPr>
          <a:xfrm>
            <a:off x="2476500" y="2209800"/>
            <a:ext cx="6057900" cy="369332"/>
          </a:xfrm>
          <a:prstGeom prst="rect">
            <a:avLst/>
          </a:prstGeom>
          <a:noFill/>
        </p:spPr>
        <p:txBody>
          <a:bodyPr wrap="square" rtlCol="0">
            <a:spAutoFit/>
          </a:bodyPr>
          <a:lstStyle/>
          <a:p>
            <a:endParaRPr lang="en-US" dirty="0"/>
          </a:p>
        </p:txBody>
      </p:sp>
      <p:pic>
        <p:nvPicPr>
          <p:cNvPr id="8" name="Picture 7">
            <a:extLst>
              <a:ext uri="{FF2B5EF4-FFF2-40B4-BE49-F238E27FC236}">
                <a16:creationId xmlns:a16="http://schemas.microsoft.com/office/drawing/2014/main" id="{764AA12F-9C11-4347-9EDC-7E440B23C047}"/>
              </a:ext>
            </a:extLst>
          </p:cNvPr>
          <p:cNvPicPr>
            <a:picLocks noChangeAspect="1"/>
          </p:cNvPicPr>
          <p:nvPr/>
        </p:nvPicPr>
        <p:blipFill>
          <a:blip r:embed="rId4">
            <a:alphaModFix amt="70000"/>
          </a:blip>
          <a:stretch>
            <a:fillRect/>
          </a:stretch>
        </p:blipFill>
        <p:spPr>
          <a:xfrm>
            <a:off x="689055" y="1756352"/>
            <a:ext cx="10813890" cy="3914628"/>
          </a:xfrm>
          <a:prstGeom prst="rect">
            <a:avLst/>
          </a:prstGeom>
        </p:spPr>
      </p:pic>
    </p:spTree>
    <p:extLst>
      <p:ext uri="{BB962C8B-B14F-4D97-AF65-F5344CB8AC3E}">
        <p14:creationId xmlns:p14="http://schemas.microsoft.com/office/powerpoint/2010/main" val="3037344308"/>
      </p:ext>
    </p:extLst>
  </p:cSld>
  <p:clrMapOvr>
    <a:masterClrMapping/>
  </p:clrMapOvr>
  <mc:AlternateContent xmlns:mc="http://schemas.openxmlformats.org/markup-compatibility/2006" xmlns:p14="http://schemas.microsoft.com/office/powerpoint/2010/main">
    <mc:Choice Requires="p14">
      <p:transition spd="slow" p14:dur="2000" advTm="31635"/>
    </mc:Choice>
    <mc:Fallback xmlns="">
      <p:transition spd="slow" advTm="3163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100000">
              <a:schemeClr val="accent6">
                <a:lumMod val="95000"/>
                <a:lumOff val="5000"/>
              </a:schemeClr>
            </a:gs>
          </a:gsLst>
          <a:lin ang="135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1BA23C-8296-4DE0-8338-09299D167D3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8931091" y="1063855"/>
            <a:ext cx="2798380" cy="3438594"/>
          </a:xfrm>
          <a:prstGeom prst="rect">
            <a:avLst/>
          </a:prstGeom>
          <a:ln>
            <a:solidFill>
              <a:schemeClr val="tx1"/>
            </a:solidFill>
          </a:ln>
          <a:effectLst>
            <a:outerShdw blurRad="50800" dist="38100" dir="8100000" algn="tr" rotWithShape="0">
              <a:prstClr val="black">
                <a:alpha val="40000"/>
              </a:prstClr>
            </a:outerShdw>
          </a:effectLst>
        </p:spPr>
      </p:pic>
      <p:sp>
        <p:nvSpPr>
          <p:cNvPr id="3" name="TextBox 3">
            <a:extLst>
              <a:ext uri="{FF2B5EF4-FFF2-40B4-BE49-F238E27FC236}">
                <a16:creationId xmlns:a16="http://schemas.microsoft.com/office/drawing/2014/main" id="{ACBE3BE8-B2C5-494F-8F4B-E2918D78F1C0}"/>
              </a:ext>
            </a:extLst>
          </p:cNvPr>
          <p:cNvSpPr txBox="1">
            <a:spLocks noChangeArrowheads="1"/>
          </p:cNvSpPr>
          <p:nvPr/>
        </p:nvSpPr>
        <p:spPr bwMode="auto">
          <a:xfrm>
            <a:off x="163193" y="232858"/>
            <a:ext cx="304619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4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Thank you!</a:t>
            </a:r>
          </a:p>
        </p:txBody>
      </p:sp>
      <p:sp>
        <p:nvSpPr>
          <p:cNvPr id="4" name="TextBox 4">
            <a:extLst>
              <a:ext uri="{FF2B5EF4-FFF2-40B4-BE49-F238E27FC236}">
                <a16:creationId xmlns:a16="http://schemas.microsoft.com/office/drawing/2014/main" id="{9B97AF49-1923-46C7-85B9-18A7319A8F06}"/>
              </a:ext>
            </a:extLst>
          </p:cNvPr>
          <p:cNvSpPr txBox="1">
            <a:spLocks noChangeArrowheads="1"/>
          </p:cNvSpPr>
          <p:nvPr/>
        </p:nvSpPr>
        <p:spPr bwMode="auto">
          <a:xfrm>
            <a:off x="3360394" y="127332"/>
            <a:ext cx="852680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600" dirty="0">
                <a:latin typeface="Arial" panose="020B0604020202020204" pitchFamily="34" charset="0"/>
              </a:rPr>
              <a:t>Thank you so much for purchasing this product for your classroom! I very much appreciate your support and business. Please, however, do not post this resource to any webpage, blog, Weebly page or Youtube. This is a violation of our Terms of Use. </a:t>
            </a:r>
          </a:p>
        </p:txBody>
      </p:sp>
      <p:sp>
        <p:nvSpPr>
          <p:cNvPr id="5" name="TextBox 5">
            <a:extLst>
              <a:ext uri="{FF2B5EF4-FFF2-40B4-BE49-F238E27FC236}">
                <a16:creationId xmlns:a16="http://schemas.microsoft.com/office/drawing/2014/main" id="{D54DE9BE-A76B-47F9-8E02-F05FA5F58839}"/>
              </a:ext>
            </a:extLst>
          </p:cNvPr>
          <p:cNvSpPr txBox="1">
            <a:spLocks noChangeArrowheads="1"/>
          </p:cNvSpPr>
          <p:nvPr/>
        </p:nvSpPr>
        <p:spPr bwMode="auto">
          <a:xfrm>
            <a:off x="1524000" y="6510046"/>
            <a:ext cx="9144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endParaRPr lang="en-US" altLang="en-US" sz="1600" b="1" dirty="0">
              <a:solidFill>
                <a:srgbClr val="C00000"/>
              </a:solidFill>
            </a:endParaRPr>
          </a:p>
        </p:txBody>
      </p:sp>
      <p:pic>
        <p:nvPicPr>
          <p:cNvPr id="2" name="Picture 1">
            <a:extLst>
              <a:ext uri="{FF2B5EF4-FFF2-40B4-BE49-F238E27FC236}">
                <a16:creationId xmlns:a16="http://schemas.microsoft.com/office/drawing/2014/main" id="{891F34C3-9FA5-4FFC-9CA8-3A4737B16EBD}"/>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l="52880"/>
          <a:stretch/>
        </p:blipFill>
        <p:spPr>
          <a:xfrm>
            <a:off x="6472530" y="3250266"/>
            <a:ext cx="2798380" cy="3523164"/>
          </a:xfrm>
          <a:prstGeom prst="rect">
            <a:avLst/>
          </a:prstGeom>
          <a:ln>
            <a:solidFill>
              <a:schemeClr val="tx1"/>
            </a:solidFill>
          </a:ln>
          <a:effectLst>
            <a:outerShdw blurRad="50800" dist="38100" dir="8100000" algn="tr" rotWithShape="0">
              <a:prstClr val="black">
                <a:alpha val="40000"/>
              </a:prstClr>
            </a:outerShdw>
          </a:effectLst>
        </p:spPr>
      </p:pic>
      <p:pic>
        <p:nvPicPr>
          <p:cNvPr id="14" name="Picture 13">
            <a:extLst>
              <a:ext uri="{FF2B5EF4-FFF2-40B4-BE49-F238E27FC236}">
                <a16:creationId xmlns:a16="http://schemas.microsoft.com/office/drawing/2014/main" id="{6E287912-7DE5-4949-BCB0-964C25F0516D}"/>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a:stretch/>
        </p:blipFill>
        <p:spPr>
          <a:xfrm>
            <a:off x="9188989" y="3334836"/>
            <a:ext cx="2839819" cy="3523164"/>
          </a:xfrm>
          <a:prstGeom prst="rect">
            <a:avLst/>
          </a:prstGeom>
          <a:ln>
            <a:solidFill>
              <a:schemeClr val="tx1"/>
            </a:solidFill>
          </a:ln>
          <a:effectLst>
            <a:outerShdw blurRad="50800" dist="38100" dir="8100000" algn="tr" rotWithShape="0">
              <a:prstClr val="black">
                <a:alpha val="40000"/>
              </a:prstClr>
            </a:outerShdw>
          </a:effectLst>
        </p:spPr>
      </p:pic>
      <p:pic>
        <p:nvPicPr>
          <p:cNvPr id="9" name="Picture 8">
            <a:extLst>
              <a:ext uri="{FF2B5EF4-FFF2-40B4-BE49-F238E27FC236}">
                <a16:creationId xmlns:a16="http://schemas.microsoft.com/office/drawing/2014/main" id="{AC041985-6919-41A4-87B0-0774AC92ABC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1389651" y="6040166"/>
            <a:ext cx="639157" cy="639157"/>
          </a:xfrm>
          <a:prstGeom prst="rect">
            <a:avLst/>
          </a:prstGeom>
        </p:spPr>
      </p:pic>
      <p:sp>
        <p:nvSpPr>
          <p:cNvPr id="6" name="TextBox 5">
            <a:extLst>
              <a:ext uri="{FF2B5EF4-FFF2-40B4-BE49-F238E27FC236}">
                <a16:creationId xmlns:a16="http://schemas.microsoft.com/office/drawing/2014/main" id="{0E60545A-0F9A-4279-A953-5D08E235A1CC}"/>
              </a:ext>
            </a:extLst>
          </p:cNvPr>
          <p:cNvSpPr txBox="1"/>
          <p:nvPr/>
        </p:nvSpPr>
        <p:spPr>
          <a:xfrm>
            <a:off x="163192" y="1310075"/>
            <a:ext cx="5807610" cy="5355312"/>
          </a:xfrm>
          <a:prstGeom prst="rect">
            <a:avLst/>
          </a:prstGeom>
          <a:noFill/>
        </p:spPr>
        <p:txBody>
          <a:bodyPr wrap="square" rtlCol="0">
            <a:spAutoFit/>
          </a:bodyPr>
          <a:lstStyle/>
          <a:p>
            <a:r>
              <a:rPr lang="en-US" sz="2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Interactive Foldable &amp; Guided Notes:</a:t>
            </a:r>
          </a:p>
          <a:p>
            <a:r>
              <a:rPr lang="en-US" sz="1600" b="1" dirty="0">
                <a:solidFill>
                  <a:srgbClr val="0000FF"/>
                </a:solidFill>
                <a:latin typeface="Arial" panose="020B0604020202020204" pitchFamily="34" charset="0"/>
                <a:cs typeface="Arial" panose="020B0604020202020204" pitchFamily="34" charset="0"/>
                <a:hlinkClick r:id="rId7"/>
              </a:rPr>
              <a:t>https://docs.google.com/document/d/15BY5aGJEmiXr0ZcX0brwlnyehM4nhzQM/edit?usp=sharing&amp;ouid=118435158244194289373&amp;rtpof=true&amp;sd=true</a:t>
            </a:r>
            <a:endParaRPr lang="en-US" sz="1600" b="1" dirty="0">
              <a:solidFill>
                <a:srgbClr val="0000FF"/>
              </a:solidFill>
              <a:latin typeface="Arial" panose="020B0604020202020204" pitchFamily="34" charset="0"/>
              <a:cs typeface="Arial" panose="020B0604020202020204" pitchFamily="34" charset="0"/>
            </a:endParaRPr>
          </a:p>
          <a:p>
            <a:endPar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2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Google Doc Guided Notes:</a:t>
            </a:r>
          </a:p>
          <a:p>
            <a:r>
              <a:rPr lang="en-US" sz="1600" b="1" dirty="0">
                <a:solidFill>
                  <a:srgbClr val="0000FF"/>
                </a:solidFill>
                <a:latin typeface="Arial" panose="020B0604020202020204" pitchFamily="34" charset="0"/>
                <a:cs typeface="Arial" panose="020B0604020202020204" pitchFamily="34" charset="0"/>
                <a:hlinkClick r:id="rId8"/>
              </a:rPr>
              <a:t>https://docs.google.com/document/d/1h3jhqQE206uA05dwMWukg0R07nVRiAUaAG-Zz1wDxPY/view</a:t>
            </a:r>
            <a:endParaRPr lang="en-US" sz="1600" b="1" dirty="0">
              <a:solidFill>
                <a:srgbClr val="0000FF"/>
              </a:solidFill>
              <a:latin typeface="Arial" panose="020B0604020202020204" pitchFamily="34" charset="0"/>
              <a:cs typeface="Arial" panose="020B0604020202020204" pitchFamily="34" charset="0"/>
            </a:endParaRPr>
          </a:p>
          <a:p>
            <a:endParaRPr lang="en-US" sz="1600" b="1" dirty="0">
              <a:solidFill>
                <a:srgbClr val="0000FF"/>
              </a:solidFill>
              <a:latin typeface="Arial" panose="020B0604020202020204" pitchFamily="34" charset="0"/>
              <a:cs typeface="Arial" panose="020B0604020202020204" pitchFamily="34" charset="0"/>
            </a:endParaRPr>
          </a:p>
          <a:p>
            <a:r>
              <a:rPr lang="en-US" sz="2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Guided Notes Answer Key:</a:t>
            </a:r>
          </a:p>
          <a:p>
            <a:r>
              <a:rPr lang="en-US" sz="1600" b="1" dirty="0">
                <a:solidFill>
                  <a:srgbClr val="0000FF"/>
                </a:solidFill>
                <a:latin typeface="Arial" panose="020B0604020202020204" pitchFamily="34" charset="0"/>
                <a:cs typeface="Arial" panose="020B0604020202020204" pitchFamily="34" charset="0"/>
                <a:hlinkClick r:id="rId9"/>
              </a:rPr>
              <a:t>https://docs.google.com/document/d/10doJhynIXoO9hUYsIZGhK6ztknkyVshgnHabRZC_BSo/view</a:t>
            </a:r>
            <a:br>
              <a:rPr lang="en-US" sz="1600" b="1" dirty="0">
                <a:solidFill>
                  <a:srgbClr val="0000FF"/>
                </a:solidFill>
                <a:latin typeface="Arial" panose="020B0604020202020204" pitchFamily="34" charset="0"/>
                <a:cs typeface="Arial" panose="020B0604020202020204" pitchFamily="34" charset="0"/>
              </a:rPr>
            </a:br>
            <a:endParaRPr lang="en-US" sz="1600" b="1" dirty="0">
              <a:solidFill>
                <a:srgbClr val="0000FF"/>
              </a:solidFill>
              <a:latin typeface="Arial" panose="020B0604020202020204" pitchFamily="34" charset="0"/>
              <a:cs typeface="Arial" panose="020B0604020202020204" pitchFamily="34" charset="0"/>
            </a:endParaRPr>
          </a:p>
          <a:p>
            <a:r>
              <a:rPr lang="en-US" sz="2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Flipped Classroom Video:</a:t>
            </a:r>
          </a:p>
          <a:p>
            <a:r>
              <a:rPr lang="en-US" sz="1600" b="1" dirty="0">
                <a:solidFill>
                  <a:srgbClr val="0000FF"/>
                </a:solidFill>
                <a:latin typeface="Arial" panose="020B0604020202020204" pitchFamily="34" charset="0"/>
                <a:cs typeface="Arial" panose="020B0604020202020204" pitchFamily="34" charset="0"/>
                <a:hlinkClick r:id="rId10"/>
              </a:rPr>
              <a:t>https://youtu.be/-oW_LVKuujc</a:t>
            </a:r>
            <a:endParaRPr lang="en-US" sz="1600" b="1" dirty="0">
              <a:solidFill>
                <a:srgbClr val="0000FF"/>
              </a:solidFill>
              <a:latin typeface="Arial" panose="020B0604020202020204" pitchFamily="34" charset="0"/>
              <a:cs typeface="Arial" panose="020B0604020202020204" pitchFamily="34" charset="0"/>
            </a:endParaRPr>
          </a:p>
          <a:p>
            <a:endParaRPr lang="en-US" sz="1600" b="1" dirty="0">
              <a:solidFill>
                <a:srgbClr val="0000FF"/>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r>
              <a:rPr lang="en-US" sz="2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Google Slides Presentation:</a:t>
            </a:r>
          </a:p>
          <a:p>
            <a:r>
              <a:rPr lang="en-US" sz="1600" b="1" dirty="0">
                <a:solidFill>
                  <a:srgbClr val="0000FF"/>
                </a:solidFill>
                <a:latin typeface="Arial" panose="020B0604020202020204" pitchFamily="34" charset="0"/>
                <a:cs typeface="Arial" panose="020B0604020202020204" pitchFamily="34" charset="0"/>
                <a:hlinkClick r:id="rId11"/>
              </a:rPr>
              <a:t>https://docs.google.com/presentation/d/1WdrYgy1BIehMxkEkWl32QPYuehAUsJYIP9oSCQoj9nk/view</a:t>
            </a:r>
            <a:endParaRPr lang="en-US" sz="1600" b="1" dirty="0">
              <a:solidFill>
                <a:srgbClr val="0000FF"/>
              </a:solidFill>
              <a:latin typeface="Arial" panose="020B0604020202020204" pitchFamily="34" charset="0"/>
              <a:cs typeface="Arial" panose="020B0604020202020204" pitchFamily="34" charset="0"/>
            </a:endParaRPr>
          </a:p>
          <a:p>
            <a:endParaRPr lang="en-US" sz="16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3304755"/>
      </p:ext>
    </p:extLst>
  </p:cSld>
  <p:clrMapOvr>
    <a:masterClrMapping/>
  </p:clrMapOvr>
  <mc:AlternateContent xmlns:mc="http://schemas.openxmlformats.org/markup-compatibility/2006" xmlns:p14="http://schemas.microsoft.com/office/powerpoint/2010/main">
    <mc:Choice Requires="p14">
      <p:transition spd="slow" p14:dur="2000" advTm="22904"/>
    </mc:Choice>
    <mc:Fallback xmlns="">
      <p:transition spd="slow" advTm="22904"/>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Great Plains">
            <a:hlinkClick r:id="" action="ppaction://media"/>
            <a:extLst>
              <a:ext uri="{FF2B5EF4-FFF2-40B4-BE49-F238E27FC236}">
                <a16:creationId xmlns:a16="http://schemas.microsoft.com/office/drawing/2014/main" id="{D423DB2C-DC5D-0283-EFD5-89CDB62F2BD6}"/>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l="2951" t="2951"/>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59E297F2-03CC-546F-037D-D793043D2C32}"/>
              </a:ext>
            </a:extLst>
          </p:cNvPr>
          <p:cNvPicPr>
            <a:picLocks noChangeAspect="1"/>
          </p:cNvPicPr>
          <p:nvPr/>
        </p:nvPicPr>
        <p:blipFill>
          <a:blip r:embed="rId6">
            <a:alphaModFix amt="85000"/>
            <a:extLst>
              <a:ext uri="{BEBA8EAE-BF5A-486C-A8C5-ECC9F3942E4B}">
                <a14:imgProps xmlns:a14="http://schemas.microsoft.com/office/drawing/2010/main">
                  <a14:imgLayer r:embed="rId7">
                    <a14:imgEffect>
                      <a14:artisticCement/>
                    </a14:imgEffect>
                  </a14:imgLayer>
                </a14:imgProps>
              </a:ext>
            </a:extLst>
          </a:blip>
          <a:stretch>
            <a:fillRect/>
          </a:stretch>
        </p:blipFill>
        <p:spPr>
          <a:xfrm>
            <a:off x="3431289" y="2927340"/>
            <a:ext cx="8760711" cy="4017612"/>
          </a:xfrm>
          <a:prstGeom prst="rect">
            <a:avLst/>
          </a:prstGeom>
        </p:spPr>
      </p:pic>
    </p:spTree>
    <p:extLst>
      <p:ext uri="{BB962C8B-B14F-4D97-AF65-F5344CB8AC3E}">
        <p14:creationId xmlns:p14="http://schemas.microsoft.com/office/powerpoint/2010/main" val="3416975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800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6D833CB-FF5C-44F4-9E7B-F5C4263794F2}"/>
              </a:ext>
            </a:extLst>
          </p:cNvPr>
          <p:cNvPicPr>
            <a:picLocks noChangeAspect="1"/>
          </p:cNvPicPr>
          <p:nvPr/>
        </p:nvPicPr>
        <p:blipFill>
          <a:blip r:embed="rId3"/>
          <a:stretch>
            <a:fillRect/>
          </a:stretch>
        </p:blipFill>
        <p:spPr>
          <a:xfrm>
            <a:off x="3091400" y="0"/>
            <a:ext cx="6009200" cy="6858000"/>
          </a:xfrm>
          <a:prstGeom prst="rect">
            <a:avLst/>
          </a:prstGeom>
        </p:spPr>
      </p:pic>
      <p:pic>
        <p:nvPicPr>
          <p:cNvPr id="4" name="Picture 3">
            <a:extLst>
              <a:ext uri="{FF2B5EF4-FFF2-40B4-BE49-F238E27FC236}">
                <a16:creationId xmlns:a16="http://schemas.microsoft.com/office/drawing/2014/main" id="{C9372BCC-10DA-4F9A-86C7-AF665888BFA0}"/>
              </a:ext>
            </a:extLst>
          </p:cNvPr>
          <p:cNvPicPr>
            <a:picLocks noChangeAspect="1"/>
          </p:cNvPicPr>
          <p:nvPr/>
        </p:nvPicPr>
        <p:blipFill>
          <a:blip r:embed="rId4"/>
          <a:stretch>
            <a:fillRect/>
          </a:stretch>
        </p:blipFill>
        <p:spPr>
          <a:xfrm>
            <a:off x="1524000" y="1"/>
            <a:ext cx="9144000" cy="661129"/>
          </a:xfrm>
          <a:prstGeom prst="rect">
            <a:avLst/>
          </a:prstGeom>
        </p:spPr>
      </p:pic>
    </p:spTree>
    <p:extLst>
      <p:ext uri="{BB962C8B-B14F-4D97-AF65-F5344CB8AC3E}">
        <p14:creationId xmlns:p14="http://schemas.microsoft.com/office/powerpoint/2010/main" val="1605764645"/>
      </p:ext>
    </p:extLst>
  </p:cSld>
  <p:clrMapOvr>
    <a:masterClrMapping/>
  </p:clrMapOvr>
  <mc:AlternateContent xmlns:mc="http://schemas.openxmlformats.org/markup-compatibility/2006" xmlns:p14="http://schemas.microsoft.com/office/powerpoint/2010/main">
    <mc:Choice Requires="p14">
      <p:transition spd="slow" p14:dur="2000" advTm="88431"/>
    </mc:Choice>
    <mc:Fallback xmlns="">
      <p:transition spd="slow" advTm="8843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247E78A-CE25-4378-B8C8-CB35BB0FDC2E}"/>
              </a:ext>
            </a:extLst>
          </p:cNvPr>
          <p:cNvPicPr>
            <a:picLocks noChangeAspect="1"/>
          </p:cNvPicPr>
          <p:nvPr/>
        </p:nvPicPr>
        <p:blipFill>
          <a:blip r:embed="rId3"/>
          <a:stretch>
            <a:fillRect/>
          </a:stretch>
        </p:blipFill>
        <p:spPr>
          <a:xfrm>
            <a:off x="1031630" y="84732"/>
            <a:ext cx="10398369" cy="6688535"/>
          </a:xfrm>
          <a:prstGeom prst="rect">
            <a:avLst/>
          </a:prstGeom>
        </p:spPr>
      </p:pic>
    </p:spTree>
    <p:extLst>
      <p:ext uri="{BB962C8B-B14F-4D97-AF65-F5344CB8AC3E}">
        <p14:creationId xmlns:p14="http://schemas.microsoft.com/office/powerpoint/2010/main" val="4217420682"/>
      </p:ext>
    </p:extLst>
  </p:cSld>
  <p:clrMapOvr>
    <a:masterClrMapping/>
  </p:clrMapOvr>
  <mc:AlternateContent xmlns:mc="http://schemas.openxmlformats.org/markup-compatibility/2006" xmlns:p14="http://schemas.microsoft.com/office/powerpoint/2010/main">
    <mc:Choice Requires="p14">
      <p:transition spd="slow" p14:dur="2000" advTm="44754"/>
    </mc:Choice>
    <mc:Fallback xmlns="">
      <p:transition spd="slow" advTm="4475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FF13380-E398-49EE-9801-B2D3FC2C6AAF}"/>
              </a:ext>
            </a:extLst>
          </p:cNvPr>
          <p:cNvPicPr>
            <a:picLocks noChangeAspect="1"/>
          </p:cNvPicPr>
          <p:nvPr/>
        </p:nvPicPr>
        <p:blipFill>
          <a:blip r:embed="rId4"/>
          <a:stretch>
            <a:fillRect/>
          </a:stretch>
        </p:blipFill>
        <p:spPr>
          <a:xfrm>
            <a:off x="7444155" y="167357"/>
            <a:ext cx="4560203" cy="6523285"/>
          </a:xfrm>
          <a:prstGeom prst="rect">
            <a:avLst/>
          </a:prstGeom>
        </p:spPr>
      </p:pic>
      <p:sp>
        <p:nvSpPr>
          <p:cNvPr id="3" name="TextBox 2">
            <a:extLst>
              <a:ext uri="{FF2B5EF4-FFF2-40B4-BE49-F238E27FC236}">
                <a16:creationId xmlns:a16="http://schemas.microsoft.com/office/drawing/2014/main" id="{7697ED2F-DCBB-4E7D-BA0D-F90B0E7BF9ED}"/>
              </a:ext>
            </a:extLst>
          </p:cNvPr>
          <p:cNvSpPr txBox="1"/>
          <p:nvPr/>
        </p:nvSpPr>
        <p:spPr>
          <a:xfrm>
            <a:off x="1924595" y="1428206"/>
            <a:ext cx="3335383" cy="369332"/>
          </a:xfrm>
          <a:prstGeom prst="rect">
            <a:avLst/>
          </a:prstGeom>
          <a:noFill/>
        </p:spPr>
        <p:txBody>
          <a:bodyPr wrap="square" rtlCol="0">
            <a:spAutoFit/>
          </a:bodyPr>
          <a:lstStyle/>
          <a:p>
            <a:endParaRPr lang="en-US" dirty="0"/>
          </a:p>
        </p:txBody>
      </p:sp>
      <p:sp>
        <p:nvSpPr>
          <p:cNvPr id="5" name="Rectangle 4">
            <a:extLst>
              <a:ext uri="{FF2B5EF4-FFF2-40B4-BE49-F238E27FC236}">
                <a16:creationId xmlns:a16="http://schemas.microsoft.com/office/drawing/2014/main" id="{0DF1937B-E996-42F8-A3E3-725B5E67D12E}"/>
              </a:ext>
            </a:extLst>
          </p:cNvPr>
          <p:cNvSpPr/>
          <p:nvPr/>
        </p:nvSpPr>
        <p:spPr>
          <a:xfrm>
            <a:off x="328246" y="1017523"/>
            <a:ext cx="6600092" cy="5632311"/>
          </a:xfrm>
          <a:prstGeom prst="rect">
            <a:avLst/>
          </a:prstGeom>
        </p:spPr>
        <p:txBody>
          <a:bodyPr wrap="square">
            <a:spAutoFit/>
          </a:bodyPr>
          <a:lstStyle/>
          <a:p>
            <a:pPr marL="457200" indent="-457200">
              <a:spcAft>
                <a:spcPts val="2400"/>
              </a:spcAft>
              <a:buBlip>
                <a:blip r:embed="rId5"/>
              </a:buBlip>
            </a:pPr>
            <a:r>
              <a:rPr lang="en-US" sz="4000" dirty="0">
                <a:ln>
                  <a:solidFill>
                    <a:sysClr val="windowText" lastClr="000000"/>
                  </a:solidFill>
                </a:ln>
                <a:solidFill>
                  <a:srgbClr val="74974B"/>
                </a:solidFill>
                <a:effectLst>
                  <a:outerShdw blurRad="50800" dist="38100" dir="8100000" algn="tr" rotWithShape="0">
                    <a:prstClr val="black"/>
                  </a:outerShdw>
                </a:effectLst>
                <a:latin typeface="Bernard MT Condensed" panose="02050806060905020404" pitchFamily="18" charset="0"/>
              </a:rPr>
              <a:t>Lived in heavily forested areas between the Appalachians and Atlantic</a:t>
            </a:r>
          </a:p>
          <a:p>
            <a:pPr marL="457200" indent="-457200">
              <a:spcAft>
                <a:spcPts val="2400"/>
              </a:spcAft>
              <a:buBlip>
                <a:blip r:embed="rId5"/>
              </a:buBlip>
            </a:pPr>
            <a:r>
              <a:rPr lang="en-US" sz="4000" dirty="0">
                <a:ln>
                  <a:solidFill>
                    <a:sysClr val="windowText" lastClr="000000"/>
                  </a:solidFill>
                </a:ln>
                <a:solidFill>
                  <a:srgbClr val="74974B"/>
                </a:solidFill>
                <a:effectLst>
                  <a:outerShdw blurRad="50800" dist="38100" dir="8100000" algn="tr" rotWithShape="0">
                    <a:prstClr val="black"/>
                  </a:outerShdw>
                </a:effectLst>
                <a:latin typeface="Bernard MT Condensed" panose="02050806060905020404" pitchFamily="18" charset="0"/>
              </a:rPr>
              <a:t>Most tribes divided into village bands, led by one chief</a:t>
            </a:r>
          </a:p>
          <a:p>
            <a:pPr marL="457200" indent="-457200">
              <a:spcAft>
                <a:spcPts val="2400"/>
              </a:spcAft>
              <a:buBlip>
                <a:blip r:embed="rId5"/>
              </a:buBlip>
            </a:pPr>
            <a:r>
              <a:rPr lang="en-US" sz="4000" dirty="0">
                <a:ln>
                  <a:solidFill>
                    <a:sysClr val="windowText" lastClr="000000"/>
                  </a:solidFill>
                </a:ln>
                <a:solidFill>
                  <a:srgbClr val="74974B"/>
                </a:solidFill>
                <a:effectLst>
                  <a:outerShdw blurRad="50800" dist="38100" dir="8100000" algn="tr" rotWithShape="0">
                    <a:prstClr val="black"/>
                  </a:outerShdw>
                </a:effectLst>
                <a:latin typeface="Bernard MT Condensed" panose="02050806060905020404" pitchFamily="18" charset="0"/>
              </a:rPr>
              <a:t>Generally divided into Northeastern &amp; Southeastern groups</a:t>
            </a:r>
          </a:p>
        </p:txBody>
      </p:sp>
      <p:pic>
        <p:nvPicPr>
          <p:cNvPr id="7" name="Picture 6">
            <a:extLst>
              <a:ext uri="{FF2B5EF4-FFF2-40B4-BE49-F238E27FC236}">
                <a16:creationId xmlns:a16="http://schemas.microsoft.com/office/drawing/2014/main" id="{67242028-6953-49A2-82AF-946156B3BF36}"/>
              </a:ext>
            </a:extLst>
          </p:cNvPr>
          <p:cNvPicPr>
            <a:picLocks noChangeAspect="1"/>
          </p:cNvPicPr>
          <p:nvPr/>
        </p:nvPicPr>
        <p:blipFill>
          <a:blip r:embed="rId6"/>
          <a:stretch>
            <a:fillRect/>
          </a:stretch>
        </p:blipFill>
        <p:spPr>
          <a:xfrm>
            <a:off x="179136" y="1"/>
            <a:ext cx="8540686" cy="996683"/>
          </a:xfrm>
          <a:prstGeom prst="rect">
            <a:avLst/>
          </a:prstGeom>
        </p:spPr>
      </p:pic>
    </p:spTree>
    <p:custDataLst>
      <p:tags r:id="rId1"/>
    </p:custDataLst>
    <p:extLst>
      <p:ext uri="{BB962C8B-B14F-4D97-AF65-F5344CB8AC3E}">
        <p14:creationId xmlns:p14="http://schemas.microsoft.com/office/powerpoint/2010/main" val="2771304847"/>
      </p:ext>
    </p:extLst>
  </p:cSld>
  <p:clrMapOvr>
    <a:masterClrMapping/>
  </p:clrMapOvr>
  <mc:AlternateContent xmlns:mc="http://schemas.openxmlformats.org/markup-compatibility/2006" xmlns:p14="http://schemas.microsoft.com/office/powerpoint/2010/main">
    <mc:Choice Requires="p14">
      <p:transition spd="slow" p14:dur="2000" advTm="76867"/>
    </mc:Choice>
    <mc:Fallback xmlns="">
      <p:transition spd="slow" advTm="768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anim calcmode="lin" valueType="num">
                                      <p:cBhvr additive="base">
                                        <p:cTn id="13" dur="500" fill="hold"/>
                                        <p:tgtEl>
                                          <p:spTgt spid="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5">
                                            <p:txEl>
                                              <p:pRg st="2" end="2"/>
                                            </p:txEl>
                                          </p:spTgt>
                                        </p:tgtEl>
                                        <p:attrNameLst>
                                          <p:attrName>style.visibility</p:attrName>
                                        </p:attrNameLst>
                                      </p:cBhvr>
                                      <p:to>
                                        <p:strVal val="visible"/>
                                      </p:to>
                                    </p:set>
                                    <p:anim calcmode="lin" valueType="num">
                                      <p:cBhvr additive="base">
                                        <p:cTn id="19" dur="500" fill="hold"/>
                                        <p:tgtEl>
                                          <p:spTgt spid="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C5068267-FA79-4BA5-AADE-30B9A368E374}"/>
              </a:ext>
            </a:extLst>
          </p:cNvPr>
          <p:cNvPicPr>
            <a:picLocks noChangeAspect="1"/>
          </p:cNvPicPr>
          <p:nvPr/>
        </p:nvPicPr>
        <p:blipFill rotWithShape="1">
          <a:blip r:embed="rId4"/>
          <a:srcRect l="6676" r="1819"/>
          <a:stretch/>
        </p:blipFill>
        <p:spPr>
          <a:xfrm>
            <a:off x="190113" y="116970"/>
            <a:ext cx="4293963" cy="6598928"/>
          </a:xfrm>
          <a:prstGeom prst="rect">
            <a:avLst/>
          </a:prstGeom>
        </p:spPr>
      </p:pic>
      <p:sp>
        <p:nvSpPr>
          <p:cNvPr id="5" name="Rectangle 4">
            <a:extLst>
              <a:ext uri="{FF2B5EF4-FFF2-40B4-BE49-F238E27FC236}">
                <a16:creationId xmlns:a16="http://schemas.microsoft.com/office/drawing/2014/main" id="{1637DA09-677B-41D8-A464-86005EA8F5FE}"/>
              </a:ext>
            </a:extLst>
          </p:cNvPr>
          <p:cNvSpPr/>
          <p:nvPr/>
        </p:nvSpPr>
        <p:spPr>
          <a:xfrm>
            <a:off x="4503049" y="861296"/>
            <a:ext cx="7137966" cy="954107"/>
          </a:xfrm>
          <a:prstGeom prst="rect">
            <a:avLst/>
          </a:prstGeom>
        </p:spPr>
        <p:txBody>
          <a:bodyPr wrap="square">
            <a:spAutoFit/>
          </a:bodyPr>
          <a:lstStyle/>
          <a:p>
            <a:pPr>
              <a:spcAft>
                <a:spcPts val="2400"/>
              </a:spcAft>
            </a:pPr>
            <a:r>
              <a:rPr lang="en-US" sz="2800" dirty="0">
                <a:ln>
                  <a:solidFill>
                    <a:sysClr val="windowText" lastClr="000000"/>
                  </a:solidFill>
                </a:ln>
                <a:solidFill>
                  <a:srgbClr val="74974B"/>
                </a:solidFill>
                <a:effectLst>
                  <a:outerShdw blurRad="38100" dist="38100" dir="2700000" algn="tl">
                    <a:srgbClr val="000000">
                      <a:alpha val="43137"/>
                    </a:srgbClr>
                  </a:outerShdw>
                </a:effectLst>
                <a:latin typeface="Bernard MT Condensed" panose="02050806060905020404" pitchFamily="18" charset="0"/>
              </a:rPr>
              <a:t>Two major language groups: the Iroquois and Algonquians</a:t>
            </a:r>
          </a:p>
        </p:txBody>
      </p:sp>
      <p:sp>
        <p:nvSpPr>
          <p:cNvPr id="6" name="Rectangle 5">
            <a:extLst>
              <a:ext uri="{FF2B5EF4-FFF2-40B4-BE49-F238E27FC236}">
                <a16:creationId xmlns:a16="http://schemas.microsoft.com/office/drawing/2014/main" id="{7156A63D-44BC-4BBF-9E9D-BC84EB9B16AE}"/>
              </a:ext>
            </a:extLst>
          </p:cNvPr>
          <p:cNvSpPr/>
          <p:nvPr/>
        </p:nvSpPr>
        <p:spPr>
          <a:xfrm>
            <a:off x="4503049" y="1876904"/>
            <a:ext cx="7567245" cy="4955203"/>
          </a:xfrm>
          <a:prstGeom prst="rect">
            <a:avLst/>
          </a:prstGeom>
        </p:spPr>
        <p:txBody>
          <a:bodyPr wrap="square">
            <a:spAutoFit/>
          </a:bodyPr>
          <a:lstStyle/>
          <a:p>
            <a:pPr marL="457200" indent="-457200">
              <a:spcAft>
                <a:spcPts val="2400"/>
              </a:spcAft>
              <a:buBlip>
                <a:blip r:embed="rId5"/>
              </a:buBlip>
            </a:pPr>
            <a:r>
              <a:rPr lang="en-US" sz="3200" dirty="0">
                <a:ln>
                  <a:solidFill>
                    <a:sysClr val="windowText" lastClr="000000"/>
                  </a:solidFill>
                </a:ln>
                <a:solidFill>
                  <a:srgbClr val="80A656"/>
                </a:solidFill>
                <a:effectLst>
                  <a:outerShdw blurRad="38100" dist="38100" dir="2700000" algn="tl">
                    <a:srgbClr val="000000">
                      <a:alpha val="43137"/>
                    </a:srgbClr>
                  </a:outerShdw>
                </a:effectLst>
                <a:latin typeface="Bernard MT Condensed" panose="02050806060905020404" pitchFamily="18" charset="0"/>
              </a:rPr>
              <a:t>Iroquois lived in large multifamily longhouses</a:t>
            </a:r>
          </a:p>
          <a:p>
            <a:pPr marL="457200" indent="-457200">
              <a:spcAft>
                <a:spcPts val="2400"/>
              </a:spcAft>
              <a:buBlip>
                <a:blip r:embed="rId5"/>
              </a:buBlip>
            </a:pPr>
            <a:r>
              <a:rPr lang="en-US" sz="3200" dirty="0">
                <a:ln>
                  <a:solidFill>
                    <a:sysClr val="windowText" lastClr="000000"/>
                  </a:solidFill>
                </a:ln>
                <a:solidFill>
                  <a:srgbClr val="80A656"/>
                </a:solidFill>
                <a:effectLst>
                  <a:outerShdw blurRad="38100" dist="38100" dir="2700000" algn="tl">
                    <a:srgbClr val="000000">
                      <a:alpha val="43137"/>
                    </a:srgbClr>
                  </a:outerShdw>
                </a:effectLst>
                <a:latin typeface="Bernard MT Condensed" panose="02050806060905020404" pitchFamily="18" charset="0"/>
              </a:rPr>
              <a:t>The Mohawk, Onondaga, Oneida, Cayuga, and Seneca tribes formed a confederacy </a:t>
            </a:r>
          </a:p>
          <a:p>
            <a:pPr marL="457200" indent="-457200">
              <a:spcAft>
                <a:spcPts val="2400"/>
              </a:spcAft>
              <a:buBlip>
                <a:blip r:embed="rId5"/>
              </a:buBlip>
            </a:pPr>
            <a:r>
              <a:rPr lang="en-US" sz="3200" dirty="0">
                <a:ln>
                  <a:solidFill>
                    <a:sysClr val="windowText" lastClr="000000"/>
                  </a:solidFill>
                </a:ln>
                <a:solidFill>
                  <a:srgbClr val="80A656"/>
                </a:solidFill>
                <a:effectLst>
                  <a:outerShdw blurRad="38100" dist="38100" dir="2700000" algn="tl">
                    <a:srgbClr val="000000">
                      <a:alpha val="43137"/>
                    </a:srgbClr>
                  </a:outerShdw>
                </a:effectLst>
                <a:latin typeface="Bernard MT Condensed" panose="02050806060905020404" pitchFamily="18" charset="0"/>
              </a:rPr>
              <a:t>Also known as the Haudenosaunee (People of the Longhouse)</a:t>
            </a:r>
          </a:p>
          <a:p>
            <a:pPr marL="457200" indent="-457200">
              <a:spcAft>
                <a:spcPts val="2400"/>
              </a:spcAft>
              <a:buBlip>
                <a:blip r:embed="rId5"/>
              </a:buBlip>
            </a:pPr>
            <a:r>
              <a:rPr lang="en-US" sz="3200" dirty="0">
                <a:ln>
                  <a:solidFill>
                    <a:sysClr val="windowText" lastClr="000000"/>
                  </a:solidFill>
                </a:ln>
                <a:solidFill>
                  <a:srgbClr val="80A656"/>
                </a:solidFill>
                <a:effectLst>
                  <a:outerShdw blurRad="38100" dist="38100" dir="2700000" algn="tl">
                    <a:srgbClr val="000000">
                      <a:alpha val="43137"/>
                    </a:srgbClr>
                  </a:outerShdw>
                </a:effectLst>
                <a:latin typeface="Bernard MT Condensed" panose="02050806060905020404" pitchFamily="18" charset="0"/>
              </a:rPr>
              <a:t>Matrilineal kinship, with inheritance passed through the mother’s line</a:t>
            </a:r>
          </a:p>
        </p:txBody>
      </p:sp>
      <p:pic>
        <p:nvPicPr>
          <p:cNvPr id="4" name="Picture 3">
            <a:extLst>
              <a:ext uri="{FF2B5EF4-FFF2-40B4-BE49-F238E27FC236}">
                <a16:creationId xmlns:a16="http://schemas.microsoft.com/office/drawing/2014/main" id="{6DA53ADE-4A6C-45B7-BE87-FF02235ECAB2}"/>
              </a:ext>
            </a:extLst>
          </p:cNvPr>
          <p:cNvPicPr>
            <a:picLocks noChangeAspect="1"/>
          </p:cNvPicPr>
          <p:nvPr/>
        </p:nvPicPr>
        <p:blipFill rotWithShape="1">
          <a:blip r:embed="rId6"/>
          <a:srcRect t="7940" r="39219"/>
          <a:stretch/>
        </p:blipFill>
        <p:spPr>
          <a:xfrm>
            <a:off x="1524000" y="-24090"/>
            <a:ext cx="5958099" cy="1015608"/>
          </a:xfrm>
          <a:prstGeom prst="rect">
            <a:avLst/>
          </a:prstGeom>
        </p:spPr>
      </p:pic>
    </p:spTree>
    <p:custDataLst>
      <p:tags r:id="rId1"/>
    </p:custDataLst>
    <p:extLst>
      <p:ext uri="{BB962C8B-B14F-4D97-AF65-F5344CB8AC3E}">
        <p14:creationId xmlns:p14="http://schemas.microsoft.com/office/powerpoint/2010/main" val="1248379119"/>
      </p:ext>
    </p:extLst>
  </p:cSld>
  <p:clrMapOvr>
    <a:masterClrMapping/>
  </p:clrMapOvr>
  <mc:AlternateContent xmlns:mc="http://schemas.openxmlformats.org/markup-compatibility/2006" xmlns:p14="http://schemas.microsoft.com/office/powerpoint/2010/main">
    <mc:Choice Requires="p14">
      <p:transition spd="slow" p14:dur="2000" advTm="109050"/>
    </mc:Choice>
    <mc:Fallback xmlns="">
      <p:transition spd="slow" advTm="10905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wipe(left)">
                                      <p:cBhvr>
                                        <p:cTn id="22"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F1848F4-F0DC-44F6-84D3-250689CD2FC3}"/>
              </a:ext>
            </a:extLst>
          </p:cNvPr>
          <p:cNvPicPr>
            <a:picLocks noChangeAspect="1"/>
          </p:cNvPicPr>
          <p:nvPr/>
        </p:nvPicPr>
        <p:blipFill>
          <a:blip r:embed="rId4"/>
          <a:stretch>
            <a:fillRect/>
          </a:stretch>
        </p:blipFill>
        <p:spPr>
          <a:xfrm>
            <a:off x="5785338" y="87915"/>
            <a:ext cx="6176449" cy="6614931"/>
          </a:xfrm>
          <a:prstGeom prst="rect">
            <a:avLst/>
          </a:prstGeom>
        </p:spPr>
      </p:pic>
      <p:sp>
        <p:nvSpPr>
          <p:cNvPr id="3" name="Rectangle 2">
            <a:extLst>
              <a:ext uri="{FF2B5EF4-FFF2-40B4-BE49-F238E27FC236}">
                <a16:creationId xmlns:a16="http://schemas.microsoft.com/office/drawing/2014/main" id="{9E76BA5D-5B9B-45FC-B20C-465C2E07FB56}"/>
              </a:ext>
            </a:extLst>
          </p:cNvPr>
          <p:cNvSpPr/>
          <p:nvPr/>
        </p:nvSpPr>
        <p:spPr>
          <a:xfrm>
            <a:off x="230213" y="1143000"/>
            <a:ext cx="4964182" cy="5632311"/>
          </a:xfrm>
          <a:prstGeom prst="rect">
            <a:avLst/>
          </a:prstGeom>
        </p:spPr>
        <p:txBody>
          <a:bodyPr wrap="square">
            <a:spAutoFit/>
          </a:bodyPr>
          <a:lstStyle/>
          <a:p>
            <a:pPr marL="457200" indent="-457200">
              <a:spcAft>
                <a:spcPts val="2400"/>
              </a:spcAft>
              <a:buBlip>
                <a:blip r:embed="rId5"/>
              </a:buBlip>
            </a:pPr>
            <a:r>
              <a:rPr lang="en-US" sz="3200" dirty="0">
                <a:ln>
                  <a:solidFill>
                    <a:sysClr val="windowText" lastClr="000000"/>
                  </a:solidFill>
                </a:ln>
                <a:solidFill>
                  <a:srgbClr val="D1AA69"/>
                </a:solidFill>
                <a:effectLst>
                  <a:outerShdw blurRad="38100" dist="38100" dir="2700000" algn="tl">
                    <a:srgbClr val="000000">
                      <a:alpha val="43137"/>
                    </a:srgbClr>
                  </a:outerShdw>
                </a:effectLst>
                <a:latin typeface="Bernard MT Condensed" panose="02050806060905020404" pitchFamily="18" charset="0"/>
              </a:rPr>
              <a:t>Algonquians lived in oval wigwams and subsisted by hunting &amp; fishing</a:t>
            </a:r>
          </a:p>
          <a:p>
            <a:pPr marL="457200" indent="-457200">
              <a:spcAft>
                <a:spcPts val="2400"/>
              </a:spcAft>
              <a:buBlip>
                <a:blip r:embed="rId5"/>
              </a:buBlip>
            </a:pPr>
            <a:r>
              <a:rPr lang="en-US" sz="3200" dirty="0">
                <a:ln>
                  <a:solidFill>
                    <a:sysClr val="windowText" lastClr="000000"/>
                  </a:solidFill>
                </a:ln>
                <a:solidFill>
                  <a:srgbClr val="D1AA69"/>
                </a:solidFill>
                <a:effectLst>
                  <a:outerShdw blurRad="38100" dist="38100" dir="2700000" algn="tl">
                    <a:srgbClr val="000000">
                      <a:alpha val="43137"/>
                    </a:srgbClr>
                  </a:outerShdw>
                </a:effectLst>
                <a:latin typeface="Bernard MT Condensed" panose="02050806060905020404" pitchFamily="18" charset="0"/>
              </a:rPr>
              <a:t>Tribes include the Delaware, Pequot, Narragansetts, and the Wampanoag</a:t>
            </a:r>
          </a:p>
          <a:p>
            <a:pPr marL="457200" indent="-457200">
              <a:spcAft>
                <a:spcPts val="2400"/>
              </a:spcAft>
              <a:buBlip>
                <a:blip r:embed="rId5"/>
              </a:buBlip>
            </a:pPr>
            <a:r>
              <a:rPr lang="en-US" sz="3200" dirty="0">
                <a:ln>
                  <a:solidFill>
                    <a:sysClr val="windowText" lastClr="000000"/>
                  </a:solidFill>
                </a:ln>
                <a:solidFill>
                  <a:srgbClr val="D1AA69"/>
                </a:solidFill>
                <a:effectLst>
                  <a:outerShdw blurRad="38100" dist="38100" dir="2700000" algn="tl">
                    <a:srgbClr val="000000">
                      <a:alpha val="43137"/>
                    </a:srgbClr>
                  </a:outerShdw>
                </a:effectLst>
                <a:latin typeface="Bernard MT Condensed" panose="02050806060905020404" pitchFamily="18" charset="0"/>
              </a:rPr>
              <a:t>Patrilineal clans had names associated with animal totems</a:t>
            </a:r>
          </a:p>
        </p:txBody>
      </p:sp>
      <p:pic>
        <p:nvPicPr>
          <p:cNvPr id="4" name="Picture 3">
            <a:extLst>
              <a:ext uri="{FF2B5EF4-FFF2-40B4-BE49-F238E27FC236}">
                <a16:creationId xmlns:a16="http://schemas.microsoft.com/office/drawing/2014/main" id="{EA0F3EB4-4107-498F-9761-D6D66A725583}"/>
              </a:ext>
            </a:extLst>
          </p:cNvPr>
          <p:cNvPicPr>
            <a:picLocks noChangeAspect="1"/>
          </p:cNvPicPr>
          <p:nvPr/>
        </p:nvPicPr>
        <p:blipFill rotWithShape="1">
          <a:blip r:embed="rId6"/>
          <a:srcRect t="8514" r="38419"/>
          <a:stretch/>
        </p:blipFill>
        <p:spPr>
          <a:xfrm>
            <a:off x="0" y="87915"/>
            <a:ext cx="5537590" cy="925855"/>
          </a:xfrm>
          <a:prstGeom prst="rect">
            <a:avLst/>
          </a:prstGeom>
        </p:spPr>
      </p:pic>
    </p:spTree>
    <p:custDataLst>
      <p:tags r:id="rId1"/>
    </p:custDataLst>
    <p:extLst>
      <p:ext uri="{BB962C8B-B14F-4D97-AF65-F5344CB8AC3E}">
        <p14:creationId xmlns:p14="http://schemas.microsoft.com/office/powerpoint/2010/main" val="1825151494"/>
      </p:ext>
    </p:extLst>
  </p:cSld>
  <p:clrMapOvr>
    <a:masterClrMapping/>
  </p:clrMapOvr>
  <mc:AlternateContent xmlns:mc="http://schemas.openxmlformats.org/markup-compatibility/2006" xmlns:p14="http://schemas.microsoft.com/office/powerpoint/2010/main">
    <mc:Choice Requires="p14">
      <p:transition spd="slow" p14:dur="2000" advTm="95490"/>
    </mc:Choice>
    <mc:Fallback xmlns="">
      <p:transition spd="slow" advTm="9549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B494129-469D-4AC8-BBD6-B69F9E15055E}"/>
              </a:ext>
            </a:extLst>
          </p:cNvPr>
          <p:cNvPicPr>
            <a:picLocks noChangeAspect="1"/>
          </p:cNvPicPr>
          <p:nvPr/>
        </p:nvPicPr>
        <p:blipFill rotWithShape="1">
          <a:blip r:embed="rId3"/>
          <a:srcRect l="21200" b="15730"/>
          <a:stretch/>
        </p:blipFill>
        <p:spPr>
          <a:xfrm>
            <a:off x="2143902" y="7415"/>
            <a:ext cx="7904196" cy="6843170"/>
          </a:xfrm>
          <a:prstGeom prst="rect">
            <a:avLst/>
          </a:prstGeom>
        </p:spPr>
      </p:pic>
      <p:pic>
        <p:nvPicPr>
          <p:cNvPr id="3" name="Picture 2">
            <a:extLst>
              <a:ext uri="{FF2B5EF4-FFF2-40B4-BE49-F238E27FC236}">
                <a16:creationId xmlns:a16="http://schemas.microsoft.com/office/drawing/2014/main" id="{1B2C14D1-FEDE-4E11-846F-8F6BB30CB03E}"/>
              </a:ext>
            </a:extLst>
          </p:cNvPr>
          <p:cNvPicPr>
            <a:picLocks noChangeAspect="1"/>
          </p:cNvPicPr>
          <p:nvPr/>
        </p:nvPicPr>
        <p:blipFill rotWithShape="1">
          <a:blip r:embed="rId4"/>
          <a:srcRect t="8514" r="38419"/>
          <a:stretch/>
        </p:blipFill>
        <p:spPr>
          <a:xfrm>
            <a:off x="1524000" y="87916"/>
            <a:ext cx="5537590" cy="925855"/>
          </a:xfrm>
          <a:prstGeom prst="rect">
            <a:avLst/>
          </a:prstGeom>
        </p:spPr>
      </p:pic>
    </p:spTree>
    <p:extLst>
      <p:ext uri="{BB962C8B-B14F-4D97-AF65-F5344CB8AC3E}">
        <p14:creationId xmlns:p14="http://schemas.microsoft.com/office/powerpoint/2010/main" val="526624923"/>
      </p:ext>
    </p:extLst>
  </p:cSld>
  <p:clrMapOvr>
    <a:masterClrMapping/>
  </p:clrMapOvr>
  <mc:AlternateContent xmlns:mc="http://schemas.openxmlformats.org/markup-compatibility/2006" xmlns:p14="http://schemas.microsoft.com/office/powerpoint/2010/main">
    <mc:Choice Requires="p14">
      <p:transition spd="slow" p14:dur="2000" advTm="44383"/>
    </mc:Choice>
    <mc:Fallback xmlns="">
      <p:transition spd="slow" advTm="4438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80A656"/>
            </a:gs>
            <a:gs pos="62000">
              <a:srgbClr val="C9CA4A"/>
            </a:gs>
            <a:gs pos="16000">
              <a:srgbClr val="FFF2C9"/>
            </a:gs>
          </a:gsLst>
          <a:lin ang="16200000" scaled="1"/>
          <a:tileRect/>
        </a:gra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7678782-8E4C-44F3-9AD7-20D3E7BF5295}"/>
              </a:ext>
            </a:extLst>
          </p:cNvPr>
          <p:cNvPicPr>
            <a:picLocks noChangeAspect="1"/>
          </p:cNvPicPr>
          <p:nvPr/>
        </p:nvPicPr>
        <p:blipFill>
          <a:blip r:embed="rId4"/>
          <a:stretch>
            <a:fillRect/>
          </a:stretch>
        </p:blipFill>
        <p:spPr>
          <a:xfrm>
            <a:off x="169595" y="139490"/>
            <a:ext cx="5404728" cy="6555006"/>
          </a:xfrm>
          <a:prstGeom prst="rect">
            <a:avLst/>
          </a:prstGeom>
        </p:spPr>
      </p:pic>
      <p:pic>
        <p:nvPicPr>
          <p:cNvPr id="6" name="Picture 5">
            <a:extLst>
              <a:ext uri="{FF2B5EF4-FFF2-40B4-BE49-F238E27FC236}">
                <a16:creationId xmlns:a16="http://schemas.microsoft.com/office/drawing/2014/main" id="{EE71F2E1-2674-4205-9031-FEEA8858FF9B}"/>
              </a:ext>
            </a:extLst>
          </p:cNvPr>
          <p:cNvPicPr>
            <a:picLocks noChangeAspect="1"/>
          </p:cNvPicPr>
          <p:nvPr/>
        </p:nvPicPr>
        <p:blipFill>
          <a:blip r:embed="rId5"/>
          <a:stretch>
            <a:fillRect/>
          </a:stretch>
        </p:blipFill>
        <p:spPr>
          <a:xfrm>
            <a:off x="1755631" y="0"/>
            <a:ext cx="6606050" cy="1181686"/>
          </a:xfrm>
          <a:prstGeom prst="rect">
            <a:avLst/>
          </a:prstGeom>
        </p:spPr>
      </p:pic>
      <p:sp>
        <p:nvSpPr>
          <p:cNvPr id="8" name="Rectangle 7">
            <a:extLst>
              <a:ext uri="{FF2B5EF4-FFF2-40B4-BE49-F238E27FC236}">
                <a16:creationId xmlns:a16="http://schemas.microsoft.com/office/drawing/2014/main" id="{EEE1DF09-DA54-4C13-B6A3-980ED0664822}"/>
              </a:ext>
            </a:extLst>
          </p:cNvPr>
          <p:cNvSpPr/>
          <p:nvPr/>
        </p:nvSpPr>
        <p:spPr>
          <a:xfrm>
            <a:off x="5754078" y="1181686"/>
            <a:ext cx="5215206" cy="5447645"/>
          </a:xfrm>
          <a:prstGeom prst="rect">
            <a:avLst/>
          </a:prstGeom>
        </p:spPr>
        <p:txBody>
          <a:bodyPr wrap="square">
            <a:spAutoFit/>
          </a:bodyPr>
          <a:lstStyle/>
          <a:p>
            <a:pPr marL="457200" indent="-457200">
              <a:spcAft>
                <a:spcPts val="2400"/>
              </a:spcAft>
              <a:buBlip>
                <a:blip r:embed="rId6"/>
              </a:buBlip>
            </a:pPr>
            <a:r>
              <a:rPr lang="en-US" sz="32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Had structured governments with tribes broken into clans</a:t>
            </a:r>
          </a:p>
          <a:p>
            <a:pPr marL="457200" indent="-457200">
              <a:spcAft>
                <a:spcPts val="2400"/>
              </a:spcAft>
              <a:buBlip>
                <a:blip r:embed="rId6"/>
              </a:buBlip>
            </a:pPr>
            <a:r>
              <a:rPr lang="en-US" sz="32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Most lived in permanent homes</a:t>
            </a:r>
          </a:p>
          <a:p>
            <a:pPr marL="457200" indent="-457200">
              <a:spcAft>
                <a:spcPts val="2400"/>
              </a:spcAft>
              <a:buBlip>
                <a:blip r:embed="rId6"/>
              </a:buBlip>
            </a:pPr>
            <a:r>
              <a:rPr lang="en-US" sz="32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Hunters and farmers of corn, beans, &amp; pumpkins</a:t>
            </a:r>
          </a:p>
          <a:p>
            <a:pPr marL="457200" indent="-457200">
              <a:spcAft>
                <a:spcPts val="2400"/>
              </a:spcAft>
              <a:buBlip>
                <a:blip r:embed="rId6"/>
              </a:buBlip>
            </a:pPr>
            <a:r>
              <a:rPr lang="en-US" sz="32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Included the Cherokee, Choctaw, Chickasaw, Creek, Natchez, &amp; Seminole</a:t>
            </a:r>
          </a:p>
        </p:txBody>
      </p:sp>
    </p:spTree>
    <p:custDataLst>
      <p:tags r:id="rId1"/>
    </p:custDataLst>
    <p:extLst>
      <p:ext uri="{BB962C8B-B14F-4D97-AF65-F5344CB8AC3E}">
        <p14:creationId xmlns:p14="http://schemas.microsoft.com/office/powerpoint/2010/main" val="729520659"/>
      </p:ext>
    </p:extLst>
  </p:cSld>
  <p:clrMapOvr>
    <a:masterClrMapping/>
  </p:clrMapOvr>
  <mc:AlternateContent xmlns:mc="http://schemas.openxmlformats.org/markup-compatibility/2006" xmlns:p14="http://schemas.microsoft.com/office/powerpoint/2010/main">
    <mc:Choice Requires="p14">
      <p:transition spd="slow" p14:dur="2000" advTm="172673"/>
    </mc:Choice>
    <mc:Fallback xmlns="">
      <p:transition spd="slow" advTm="17267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left)">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wipe(left)">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58000">
              <a:srgbClr val="FFC000"/>
            </a:gs>
            <a:gs pos="100000">
              <a:srgbClr val="80A656"/>
            </a:gs>
          </a:gsLst>
          <a:lin ang="13500000" scaled="1"/>
          <a:tileRect/>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16B5026-62F6-4658-8FC3-84D0BC0906B2}"/>
              </a:ext>
            </a:extLst>
          </p:cNvPr>
          <p:cNvPicPr>
            <a:picLocks noChangeAspect="1"/>
          </p:cNvPicPr>
          <p:nvPr/>
        </p:nvPicPr>
        <p:blipFill>
          <a:blip r:embed="rId3"/>
          <a:stretch>
            <a:fillRect/>
          </a:stretch>
        </p:blipFill>
        <p:spPr>
          <a:xfrm>
            <a:off x="1301261" y="132617"/>
            <a:ext cx="9589477" cy="6592765"/>
          </a:xfrm>
          <a:prstGeom prst="rect">
            <a:avLst/>
          </a:prstGeom>
        </p:spPr>
      </p:pic>
    </p:spTree>
    <p:extLst>
      <p:ext uri="{BB962C8B-B14F-4D97-AF65-F5344CB8AC3E}">
        <p14:creationId xmlns:p14="http://schemas.microsoft.com/office/powerpoint/2010/main" val="1412901935"/>
      </p:ext>
    </p:extLst>
  </p:cSld>
  <p:clrMapOvr>
    <a:masterClrMapping/>
  </p:clrMapOvr>
  <mc:AlternateContent xmlns:mc="http://schemas.openxmlformats.org/markup-compatibility/2006" xmlns:p14="http://schemas.microsoft.com/office/powerpoint/2010/main">
    <mc:Choice Requires="p14">
      <p:transition spd="slow" p14:dur="2000" advTm="21604"/>
    </mc:Choice>
    <mc:Fallback xmlns="">
      <p:transition spd="slow" advTm="21604"/>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258F69A-A0B6-4EB1-B388-FD53FA10640D}"/>
              </a:ext>
            </a:extLst>
          </p:cNvPr>
          <p:cNvPicPr>
            <a:picLocks noChangeAspect="1"/>
          </p:cNvPicPr>
          <p:nvPr/>
        </p:nvPicPr>
        <p:blipFill>
          <a:blip r:embed="rId4"/>
          <a:stretch>
            <a:fillRect/>
          </a:stretch>
        </p:blipFill>
        <p:spPr>
          <a:xfrm>
            <a:off x="1803530" y="-4466"/>
            <a:ext cx="9144000" cy="6858000"/>
          </a:xfrm>
          <a:prstGeom prst="rect">
            <a:avLst/>
          </a:prstGeom>
        </p:spPr>
      </p:pic>
      <p:pic>
        <p:nvPicPr>
          <p:cNvPr id="9" name="Picture 8">
            <a:extLst>
              <a:ext uri="{FF2B5EF4-FFF2-40B4-BE49-F238E27FC236}">
                <a16:creationId xmlns:a16="http://schemas.microsoft.com/office/drawing/2014/main" id="{2C351C64-69F1-4969-90CC-2C5423597090}"/>
              </a:ext>
            </a:extLst>
          </p:cNvPr>
          <p:cNvPicPr>
            <a:picLocks noChangeAspect="1"/>
          </p:cNvPicPr>
          <p:nvPr/>
        </p:nvPicPr>
        <p:blipFill>
          <a:blip r:embed="rId5"/>
          <a:stretch>
            <a:fillRect/>
          </a:stretch>
        </p:blipFill>
        <p:spPr>
          <a:xfrm>
            <a:off x="202223" y="687643"/>
            <a:ext cx="4942384" cy="6088743"/>
          </a:xfrm>
          <a:prstGeom prst="rect">
            <a:avLst/>
          </a:prstGeom>
        </p:spPr>
      </p:pic>
      <p:sp>
        <p:nvSpPr>
          <p:cNvPr id="8" name="Rectangle 7">
            <a:extLst>
              <a:ext uri="{FF2B5EF4-FFF2-40B4-BE49-F238E27FC236}">
                <a16:creationId xmlns:a16="http://schemas.microsoft.com/office/drawing/2014/main" id="{8F1EE092-C2B5-480F-9C46-7B753372916D}"/>
              </a:ext>
            </a:extLst>
          </p:cNvPr>
          <p:cNvSpPr/>
          <p:nvPr/>
        </p:nvSpPr>
        <p:spPr>
          <a:xfrm>
            <a:off x="7842738" y="211015"/>
            <a:ext cx="4012223" cy="6463308"/>
          </a:xfrm>
          <a:prstGeom prst="rect">
            <a:avLst/>
          </a:prstGeom>
        </p:spPr>
        <p:txBody>
          <a:bodyPr wrap="square">
            <a:spAutoFit/>
          </a:bodyPr>
          <a:lstStyle/>
          <a:p>
            <a:pPr marL="457200" indent="-457200">
              <a:spcAft>
                <a:spcPts val="1800"/>
              </a:spcAft>
              <a:buBlip>
                <a:blip r:embed="rId6"/>
              </a:buBlip>
            </a:pPr>
            <a:r>
              <a:rPr lang="en-US" sz="3200" dirty="0">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The </a:t>
            </a:r>
            <a:r>
              <a:rPr lang="en-US" sz="3200" dirty="0" err="1">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Hohokams</a:t>
            </a:r>
            <a:r>
              <a:rPr lang="en-US" sz="3200" dirty="0">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 built 500 miles of irrigation canals and adobe buildings from 300 -1500 CE</a:t>
            </a:r>
          </a:p>
          <a:p>
            <a:pPr marL="457200" indent="-457200">
              <a:spcAft>
                <a:spcPts val="1800"/>
              </a:spcAft>
              <a:buBlip>
                <a:blip r:embed="rId6"/>
              </a:buBlip>
            </a:pPr>
            <a:r>
              <a:rPr lang="en-US" sz="3200" dirty="0">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Ancestral Puebloans had hundreds of communities &amp; built dwellings in cliffs </a:t>
            </a:r>
          </a:p>
          <a:p>
            <a:pPr marL="457200" indent="-457200">
              <a:spcAft>
                <a:spcPts val="1800"/>
              </a:spcAft>
              <a:buBlip>
                <a:blip r:embed="rId6"/>
              </a:buBlip>
            </a:pPr>
            <a:r>
              <a:rPr lang="en-US" sz="3200" dirty="0">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The Hopi, Acoma, and Zuni People and are all Puebloans</a:t>
            </a:r>
          </a:p>
        </p:txBody>
      </p:sp>
      <p:pic>
        <p:nvPicPr>
          <p:cNvPr id="3" name="Picture 2">
            <a:extLst>
              <a:ext uri="{FF2B5EF4-FFF2-40B4-BE49-F238E27FC236}">
                <a16:creationId xmlns:a16="http://schemas.microsoft.com/office/drawing/2014/main" id="{8EC7C292-CBB2-4FAE-B49C-6C289F44A8E4}"/>
              </a:ext>
            </a:extLst>
          </p:cNvPr>
          <p:cNvPicPr>
            <a:picLocks noChangeAspect="1"/>
          </p:cNvPicPr>
          <p:nvPr/>
        </p:nvPicPr>
        <p:blipFill>
          <a:blip r:embed="rId7"/>
          <a:stretch>
            <a:fillRect/>
          </a:stretch>
        </p:blipFill>
        <p:spPr>
          <a:xfrm>
            <a:off x="588703" y="-4466"/>
            <a:ext cx="5376519" cy="1176774"/>
          </a:xfrm>
          <a:prstGeom prst="rect">
            <a:avLst/>
          </a:prstGeom>
        </p:spPr>
      </p:pic>
    </p:spTree>
    <p:custDataLst>
      <p:tags r:id="rId1"/>
    </p:custDataLst>
    <p:extLst>
      <p:ext uri="{BB962C8B-B14F-4D97-AF65-F5344CB8AC3E}">
        <p14:creationId xmlns:p14="http://schemas.microsoft.com/office/powerpoint/2010/main" val="1381047335"/>
      </p:ext>
    </p:extLst>
  </p:cSld>
  <p:clrMapOvr>
    <a:masterClrMapping/>
  </p:clrMapOvr>
  <mc:AlternateContent xmlns:mc="http://schemas.openxmlformats.org/markup-compatibility/2006" xmlns:p14="http://schemas.microsoft.com/office/powerpoint/2010/main">
    <mc:Choice Requires="p14">
      <p:transition spd="slow" p14:dur="2000" advTm="119569"/>
    </mc:Choice>
    <mc:Fallback xmlns="">
      <p:transition spd="slow" advTm="11956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1000"/>
                                        <p:tgtEl>
                                          <p:spTgt spid="8">
                                            <p:txEl>
                                              <p:pRg st="0" end="0"/>
                                            </p:txEl>
                                          </p:spTgt>
                                        </p:tgtEl>
                                      </p:cBhvr>
                                    </p:animEffect>
                                    <p:anim calcmode="lin" valueType="num">
                                      <p:cBhvr>
                                        <p:cTn id="8"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8">
                                            <p:txEl>
                                              <p:pRg st="1" end="1"/>
                                            </p:txEl>
                                          </p:spTgt>
                                        </p:tgtEl>
                                        <p:attrNameLst>
                                          <p:attrName>style.visibility</p:attrName>
                                        </p:attrNameLst>
                                      </p:cBhvr>
                                      <p:to>
                                        <p:strVal val="visible"/>
                                      </p:to>
                                    </p:set>
                                    <p:animEffect transition="in" filter="fade">
                                      <p:cBhvr>
                                        <p:cTn id="14" dur="1000"/>
                                        <p:tgtEl>
                                          <p:spTgt spid="8">
                                            <p:txEl>
                                              <p:pRg st="1" end="1"/>
                                            </p:txEl>
                                          </p:spTgt>
                                        </p:tgtEl>
                                      </p:cBhvr>
                                    </p:animEffect>
                                    <p:anim calcmode="lin" valueType="num">
                                      <p:cBhvr>
                                        <p:cTn id="15"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animEffect transition="in" filter="fade">
                                      <p:cBhvr>
                                        <p:cTn id="21" dur="1000"/>
                                        <p:tgtEl>
                                          <p:spTgt spid="8">
                                            <p:txEl>
                                              <p:pRg st="2" end="2"/>
                                            </p:txEl>
                                          </p:spTgt>
                                        </p:tgtEl>
                                      </p:cBhvr>
                                    </p:animEffect>
                                    <p:anim calcmode="lin" valueType="num">
                                      <p:cBhvr>
                                        <p:cTn id="22" dur="1000" fill="hold"/>
                                        <p:tgtEl>
                                          <p:spTgt spid="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8">
                                            <p:txEl>
                                              <p:pRg st="2" end="2"/>
                                            </p:txEl>
                                          </p:spTgt>
                                        </p:tgtEl>
                                        <p:attrNameLst>
                                          <p:attrName>ppt_y</p:attrName>
                                        </p:attrNameLst>
                                      </p:cBhvr>
                                      <p:tavLst>
                                        <p:tav tm="0">
                                          <p:val>
                                            <p:strVal val="#ppt_y+.1"/>
                                          </p:val>
                                        </p:tav>
                                        <p:tav tm="100000">
                                          <p:val>
                                            <p:strVal val="#ppt_y"/>
                                          </p:val>
                                        </p:tav>
                                      </p:tavLst>
                                    </p:anim>
                                  </p:childTnLst>
                                </p:cTn>
                              </p:par>
                            </p:childTnLst>
                          </p:cTn>
                        </p:par>
                        <p:par>
                          <p:cTn id="24" fill="hold">
                            <p:stCondLst>
                              <p:cond delay="1000"/>
                            </p:stCondLst>
                            <p:childTnLst>
                              <p:par>
                                <p:cTn id="25" presetID="22" presetClass="exit" presetSubtype="1" fill="hold" nodeType="afterEffect">
                                  <p:stCondLst>
                                    <p:cond delay="0"/>
                                  </p:stCondLst>
                                  <p:childTnLst>
                                    <p:animEffect transition="out" filter="wipe(up)">
                                      <p:cBhvr>
                                        <p:cTn id="26" dur="500"/>
                                        <p:tgtEl>
                                          <p:spTgt spid="9"/>
                                        </p:tgtEl>
                                      </p:cBhvr>
                                    </p:animEffect>
                                    <p:set>
                                      <p:cBhvr>
                                        <p:cTn id="27" dur="1" fill="hold">
                                          <p:stCondLst>
                                            <p:cond delay="499"/>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F2C24B"/>
            </a:gs>
            <a:gs pos="61000">
              <a:srgbClr val="F2C24B"/>
            </a:gs>
            <a:gs pos="19000">
              <a:srgbClr val="FADBC6"/>
            </a:gs>
          </a:gsLst>
          <a:lin ang="16200000" scaled="1"/>
          <a:tileRect/>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11CE06F-7E6F-4733-AE8F-7701BD11ABF1}"/>
              </a:ext>
            </a:extLst>
          </p:cNvPr>
          <p:cNvPicPr>
            <a:picLocks noChangeAspect="1"/>
          </p:cNvPicPr>
          <p:nvPr/>
        </p:nvPicPr>
        <p:blipFill>
          <a:blip r:embed="rId3"/>
          <a:stretch>
            <a:fillRect/>
          </a:stretch>
        </p:blipFill>
        <p:spPr>
          <a:xfrm>
            <a:off x="1524000" y="1277858"/>
            <a:ext cx="9144000" cy="3570764"/>
          </a:xfrm>
          <a:prstGeom prst="rect">
            <a:avLst/>
          </a:prstGeom>
        </p:spPr>
      </p:pic>
      <p:pic>
        <p:nvPicPr>
          <p:cNvPr id="5" name="Picture 4">
            <a:extLst>
              <a:ext uri="{FF2B5EF4-FFF2-40B4-BE49-F238E27FC236}">
                <a16:creationId xmlns:a16="http://schemas.microsoft.com/office/drawing/2014/main" id="{8440D039-AE9E-400A-B314-64DDF3A2E830}"/>
              </a:ext>
            </a:extLst>
          </p:cNvPr>
          <p:cNvPicPr>
            <a:picLocks noChangeAspect="1"/>
          </p:cNvPicPr>
          <p:nvPr/>
        </p:nvPicPr>
        <p:blipFill>
          <a:blip r:embed="rId4"/>
          <a:stretch>
            <a:fillRect/>
          </a:stretch>
        </p:blipFill>
        <p:spPr>
          <a:xfrm>
            <a:off x="1524000" y="42358"/>
            <a:ext cx="6118316" cy="1235500"/>
          </a:xfrm>
          <a:prstGeom prst="rect">
            <a:avLst/>
          </a:prstGeom>
        </p:spPr>
      </p:pic>
      <p:sp>
        <p:nvSpPr>
          <p:cNvPr id="6" name="Rectangle 5">
            <a:extLst>
              <a:ext uri="{FF2B5EF4-FFF2-40B4-BE49-F238E27FC236}">
                <a16:creationId xmlns:a16="http://schemas.microsoft.com/office/drawing/2014/main" id="{23EFD6FE-EF11-444E-9E9C-D2D21FF07747}"/>
              </a:ext>
            </a:extLst>
          </p:cNvPr>
          <p:cNvSpPr/>
          <p:nvPr/>
        </p:nvSpPr>
        <p:spPr>
          <a:xfrm>
            <a:off x="1615440" y="4970542"/>
            <a:ext cx="8798560" cy="1754326"/>
          </a:xfrm>
          <a:prstGeom prst="rect">
            <a:avLst/>
          </a:prstGeom>
        </p:spPr>
        <p:txBody>
          <a:bodyPr wrap="square">
            <a:spAutoFit/>
          </a:bodyPr>
          <a:lstStyle/>
          <a:p>
            <a:r>
              <a:rPr lang="en-US" dirty="0"/>
              <a:t>Cliff Palace is the largest cliff dwelling in North America. Built by the Ancestral Puebloans, it is now located in Mesa Verde National Park. Construction and refurbishing of Cliff Palace was continuous from 1190 - 1260 CE, although the major portion of the building was done within a 20-year time span. The Ancestral Puebloans were driven defensible positions like this by increasing competition amidst changing climatic conditions. Cliff Palace was abandoned by 1300 and rediscovered in 1888 by two ranchers looking for stray cattle.</a:t>
            </a:r>
          </a:p>
        </p:txBody>
      </p:sp>
    </p:spTree>
    <p:extLst>
      <p:ext uri="{BB962C8B-B14F-4D97-AF65-F5344CB8AC3E}">
        <p14:creationId xmlns:p14="http://schemas.microsoft.com/office/powerpoint/2010/main" val="1236865174"/>
      </p:ext>
    </p:extLst>
  </p:cSld>
  <p:clrMapOvr>
    <a:masterClrMapping/>
  </p:clrMapOvr>
  <mc:AlternateContent xmlns:mc="http://schemas.openxmlformats.org/markup-compatibility/2006" xmlns:p14="http://schemas.microsoft.com/office/powerpoint/2010/main">
    <mc:Choice Requires="p14">
      <p:transition spd="slow" p14:dur="2000" advTm="48702"/>
    </mc:Choice>
    <mc:Fallback xmlns="">
      <p:transition spd="slow" advTm="4870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gradFill flip="none" rotWithShape="1">
          <a:gsLst>
            <a:gs pos="100000">
              <a:srgbClr val="F2C24B"/>
            </a:gs>
            <a:gs pos="61000">
              <a:srgbClr val="F2C24B"/>
            </a:gs>
            <a:gs pos="19000">
              <a:srgbClr val="FADBC6"/>
            </a:gs>
          </a:gsLst>
          <a:lin ang="16200000" scaled="1"/>
          <a:tileRect/>
        </a:gra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0ED0E2A5-A488-4FE5-B930-38BDE3E3EE9D}"/>
              </a:ext>
            </a:extLst>
          </p:cNvPr>
          <p:cNvPicPr>
            <a:picLocks noChangeAspect="1"/>
          </p:cNvPicPr>
          <p:nvPr/>
        </p:nvPicPr>
        <p:blipFill rotWithShape="1">
          <a:blip r:embed="rId4"/>
          <a:srcRect t="17094"/>
          <a:stretch/>
        </p:blipFill>
        <p:spPr>
          <a:xfrm>
            <a:off x="6900520" y="0"/>
            <a:ext cx="4923822" cy="6858000"/>
          </a:xfrm>
          <a:prstGeom prst="rect">
            <a:avLst/>
          </a:prstGeom>
        </p:spPr>
      </p:pic>
      <p:sp>
        <p:nvSpPr>
          <p:cNvPr id="8" name="Rectangle 7">
            <a:extLst>
              <a:ext uri="{FF2B5EF4-FFF2-40B4-BE49-F238E27FC236}">
                <a16:creationId xmlns:a16="http://schemas.microsoft.com/office/drawing/2014/main" id="{8F1EE092-C2B5-480F-9C46-7B753372916D}"/>
              </a:ext>
            </a:extLst>
          </p:cNvPr>
          <p:cNvSpPr/>
          <p:nvPr/>
        </p:nvSpPr>
        <p:spPr>
          <a:xfrm>
            <a:off x="362907" y="1371600"/>
            <a:ext cx="5376518" cy="5139869"/>
          </a:xfrm>
          <a:prstGeom prst="rect">
            <a:avLst/>
          </a:prstGeom>
        </p:spPr>
        <p:txBody>
          <a:bodyPr wrap="square">
            <a:spAutoFit/>
          </a:bodyPr>
          <a:lstStyle/>
          <a:p>
            <a:pPr marL="457200" indent="-457200">
              <a:spcAft>
                <a:spcPts val="2400"/>
              </a:spcAft>
              <a:buBlip>
                <a:blip r:embed="rId5"/>
              </a:buBlip>
            </a:pPr>
            <a:r>
              <a:rPr lang="en-US" sz="3200" dirty="0">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The Apache and Navajo both migrated to the area between 1200 – 1500</a:t>
            </a:r>
          </a:p>
          <a:p>
            <a:pPr marL="457200" indent="-457200">
              <a:spcAft>
                <a:spcPts val="2400"/>
              </a:spcAft>
              <a:buBlip>
                <a:blip r:embed="rId5"/>
              </a:buBlip>
            </a:pPr>
            <a:r>
              <a:rPr lang="en-US" sz="3200" dirty="0">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The Apache fought the invading Spanish and Mexican peoples for centuries </a:t>
            </a:r>
          </a:p>
          <a:p>
            <a:pPr marL="457200" indent="-457200">
              <a:spcAft>
                <a:spcPts val="2400"/>
              </a:spcAft>
              <a:buBlip>
                <a:blip r:embed="rId5"/>
              </a:buBlip>
            </a:pPr>
            <a:r>
              <a:rPr lang="en-US" sz="3200" dirty="0">
                <a:ln>
                  <a:solidFill>
                    <a:sysClr val="windowText" lastClr="000000"/>
                  </a:solidFill>
                </a:ln>
                <a:solidFill>
                  <a:schemeClr val="bg1"/>
                </a:solidFill>
                <a:effectLst>
                  <a:outerShdw blurRad="38100" dist="38100" dir="2700000" algn="tl">
                    <a:srgbClr val="000000"/>
                  </a:outerShdw>
                </a:effectLst>
                <a:latin typeface="Bernard MT Condensed" panose="02050806060905020404" pitchFamily="18" charset="0"/>
              </a:rPr>
              <a:t>There are Eastern &amp; Western Apache, both divided into many tribes</a:t>
            </a:r>
          </a:p>
        </p:txBody>
      </p:sp>
      <p:pic>
        <p:nvPicPr>
          <p:cNvPr id="11" name="Picture 10">
            <a:extLst>
              <a:ext uri="{FF2B5EF4-FFF2-40B4-BE49-F238E27FC236}">
                <a16:creationId xmlns:a16="http://schemas.microsoft.com/office/drawing/2014/main" id="{00C809E1-D5A4-4289-99C1-79332501035E}"/>
              </a:ext>
            </a:extLst>
          </p:cNvPr>
          <p:cNvPicPr>
            <a:picLocks noChangeAspect="1"/>
          </p:cNvPicPr>
          <p:nvPr/>
        </p:nvPicPr>
        <p:blipFill>
          <a:blip r:embed="rId6"/>
          <a:stretch>
            <a:fillRect/>
          </a:stretch>
        </p:blipFill>
        <p:spPr>
          <a:xfrm>
            <a:off x="169986" y="0"/>
            <a:ext cx="5376519" cy="1176774"/>
          </a:xfrm>
          <a:prstGeom prst="rect">
            <a:avLst/>
          </a:prstGeom>
        </p:spPr>
      </p:pic>
    </p:spTree>
    <p:custDataLst>
      <p:tags r:id="rId1"/>
    </p:custDataLst>
    <p:extLst>
      <p:ext uri="{BB962C8B-B14F-4D97-AF65-F5344CB8AC3E}">
        <p14:creationId xmlns:p14="http://schemas.microsoft.com/office/powerpoint/2010/main" val="1557488612"/>
      </p:ext>
    </p:extLst>
  </p:cSld>
  <p:clrMapOvr>
    <a:masterClrMapping/>
  </p:clrMapOvr>
  <mc:AlternateContent xmlns:mc="http://schemas.openxmlformats.org/markup-compatibility/2006" xmlns:p14="http://schemas.microsoft.com/office/powerpoint/2010/main">
    <mc:Choice Requires="p14">
      <p:transition spd="slow" p14:dur="2000" advTm="119754"/>
    </mc:Choice>
    <mc:Fallback xmlns="">
      <p:transition spd="slow" advTm="1197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65000">
              <a:srgbClr val="FFC000"/>
            </a:gs>
            <a:gs pos="100000">
              <a:srgbClr val="FFC000"/>
            </a:gs>
          </a:gsLst>
          <a:lin ang="13500000" scaled="1"/>
          <a:tileRect/>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1C951F8-E476-4699-BD0E-FAD44DF37A04}"/>
              </a:ext>
            </a:extLst>
          </p:cNvPr>
          <p:cNvPicPr>
            <a:picLocks noChangeAspect="1"/>
          </p:cNvPicPr>
          <p:nvPr/>
        </p:nvPicPr>
        <p:blipFill>
          <a:blip r:embed="rId3"/>
          <a:stretch>
            <a:fillRect/>
          </a:stretch>
        </p:blipFill>
        <p:spPr>
          <a:xfrm>
            <a:off x="1213979" y="130866"/>
            <a:ext cx="9764041" cy="6596268"/>
          </a:xfrm>
          <a:prstGeom prst="rect">
            <a:avLst/>
          </a:prstGeom>
        </p:spPr>
      </p:pic>
    </p:spTree>
    <p:extLst>
      <p:ext uri="{BB962C8B-B14F-4D97-AF65-F5344CB8AC3E}">
        <p14:creationId xmlns:p14="http://schemas.microsoft.com/office/powerpoint/2010/main" val="444929515"/>
      </p:ext>
    </p:extLst>
  </p:cSld>
  <p:clrMapOvr>
    <a:masterClrMapping/>
  </p:clrMapOvr>
  <mc:AlternateContent xmlns:mc="http://schemas.openxmlformats.org/markup-compatibility/2006" xmlns:p14="http://schemas.microsoft.com/office/powerpoint/2010/main">
    <mc:Choice Requires="p14">
      <p:transition spd="slow" p14:dur="2000" advTm="17796"/>
    </mc:Choice>
    <mc:Fallback xmlns="">
      <p:transition spd="slow" advTm="1779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65000">
              <a:srgbClr val="C9CA4A"/>
            </a:gs>
            <a:gs pos="100000">
              <a:srgbClr val="C9CA4A"/>
            </a:gs>
          </a:gsLst>
          <a:lin ang="13500000" scaled="1"/>
          <a:tileRect/>
        </a:gra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2D85CC-93E3-4377-8C15-8A6E7879E30A}"/>
              </a:ext>
            </a:extLst>
          </p:cNvPr>
          <p:cNvPicPr>
            <a:picLocks noChangeAspect="1"/>
          </p:cNvPicPr>
          <p:nvPr/>
        </p:nvPicPr>
        <p:blipFill>
          <a:blip r:embed="rId4"/>
          <a:stretch>
            <a:fillRect/>
          </a:stretch>
        </p:blipFill>
        <p:spPr>
          <a:xfrm>
            <a:off x="5465712" y="572868"/>
            <a:ext cx="6385862" cy="6112412"/>
          </a:xfrm>
          <a:prstGeom prst="rect">
            <a:avLst/>
          </a:prstGeom>
        </p:spPr>
      </p:pic>
      <p:sp>
        <p:nvSpPr>
          <p:cNvPr id="3" name="Rectangle 2">
            <a:extLst>
              <a:ext uri="{FF2B5EF4-FFF2-40B4-BE49-F238E27FC236}">
                <a16:creationId xmlns:a16="http://schemas.microsoft.com/office/drawing/2014/main" id="{9A81C69B-E242-4166-B606-5A2849EDA0A8}"/>
              </a:ext>
            </a:extLst>
          </p:cNvPr>
          <p:cNvSpPr/>
          <p:nvPr/>
        </p:nvSpPr>
        <p:spPr>
          <a:xfrm>
            <a:off x="110679" y="1047681"/>
            <a:ext cx="4019060" cy="5755422"/>
          </a:xfrm>
          <a:prstGeom prst="rect">
            <a:avLst/>
          </a:prstGeom>
        </p:spPr>
        <p:txBody>
          <a:bodyPr wrap="square">
            <a:spAutoFit/>
          </a:bodyPr>
          <a:lstStyle/>
          <a:p>
            <a:pPr marL="457200" indent="-457200">
              <a:spcAft>
                <a:spcPts val="2400"/>
              </a:spcAft>
              <a:buBlip>
                <a:blip r:embed="rId5"/>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Lived in the humid, temperate areas around the Mississippi River</a:t>
            </a:r>
          </a:p>
          <a:p>
            <a:pPr marL="457200" indent="-457200">
              <a:spcAft>
                <a:spcPts val="2400"/>
              </a:spcAft>
              <a:buBlip>
                <a:blip r:embed="rId5"/>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Built large towns around central plaza</a:t>
            </a:r>
          </a:p>
          <a:p>
            <a:pPr marL="457200" indent="-457200">
              <a:spcAft>
                <a:spcPts val="2400"/>
              </a:spcAft>
              <a:buBlip>
                <a:blip r:embed="rId5"/>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Cahokia was the largest city with a population between 10,000-40,000</a:t>
            </a:r>
          </a:p>
          <a:p>
            <a:pPr marL="457200" indent="-457200">
              <a:spcAft>
                <a:spcPts val="2400"/>
              </a:spcAft>
              <a:buBlip>
                <a:blip r:embed="rId5"/>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Fighting and over-farming likely forced them to move south </a:t>
            </a:r>
          </a:p>
        </p:txBody>
      </p:sp>
      <p:pic>
        <p:nvPicPr>
          <p:cNvPr id="5" name="Picture 4">
            <a:extLst>
              <a:ext uri="{FF2B5EF4-FFF2-40B4-BE49-F238E27FC236}">
                <a16:creationId xmlns:a16="http://schemas.microsoft.com/office/drawing/2014/main" id="{7964A3E0-E26B-498E-955B-F04908A87CFA}"/>
              </a:ext>
            </a:extLst>
          </p:cNvPr>
          <p:cNvPicPr>
            <a:picLocks noChangeAspect="1"/>
          </p:cNvPicPr>
          <p:nvPr/>
        </p:nvPicPr>
        <p:blipFill>
          <a:blip r:embed="rId6"/>
          <a:stretch>
            <a:fillRect/>
          </a:stretch>
        </p:blipFill>
        <p:spPr>
          <a:xfrm>
            <a:off x="340426" y="60759"/>
            <a:ext cx="7706012" cy="1024217"/>
          </a:xfrm>
          <a:prstGeom prst="rect">
            <a:avLst/>
          </a:prstGeom>
        </p:spPr>
      </p:pic>
    </p:spTree>
    <p:custDataLst>
      <p:tags r:id="rId1"/>
    </p:custDataLst>
    <p:extLst>
      <p:ext uri="{BB962C8B-B14F-4D97-AF65-F5344CB8AC3E}">
        <p14:creationId xmlns:p14="http://schemas.microsoft.com/office/powerpoint/2010/main" val="1272501350"/>
      </p:ext>
    </p:extLst>
  </p:cSld>
  <p:clrMapOvr>
    <a:masterClrMapping/>
  </p:clrMapOvr>
  <mc:AlternateContent xmlns:mc="http://schemas.openxmlformats.org/markup-compatibility/2006" xmlns:p14="http://schemas.microsoft.com/office/powerpoint/2010/main">
    <mc:Choice Requires="p14">
      <p:transition spd="slow" p14:dur="2000" advTm="89267"/>
    </mc:Choice>
    <mc:Fallback xmlns="">
      <p:transition spd="slow" advTm="8926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A87AE50-F133-4547-842F-D32F78F53F2C}"/>
              </a:ext>
            </a:extLst>
          </p:cNvPr>
          <p:cNvPicPr>
            <a:picLocks noChangeAspect="1"/>
          </p:cNvPicPr>
          <p:nvPr/>
        </p:nvPicPr>
        <p:blipFill>
          <a:blip r:embed="rId3"/>
          <a:stretch>
            <a:fillRect/>
          </a:stretch>
        </p:blipFill>
        <p:spPr>
          <a:xfrm>
            <a:off x="1679954" y="479327"/>
            <a:ext cx="8832093" cy="4261485"/>
          </a:xfrm>
          <a:prstGeom prst="rect">
            <a:avLst/>
          </a:prstGeom>
        </p:spPr>
      </p:pic>
      <p:sp>
        <p:nvSpPr>
          <p:cNvPr id="3" name="Rectangle 2">
            <a:extLst>
              <a:ext uri="{FF2B5EF4-FFF2-40B4-BE49-F238E27FC236}">
                <a16:creationId xmlns:a16="http://schemas.microsoft.com/office/drawing/2014/main" id="{0BD3AFC3-BA58-449D-9215-8B911FD00650}"/>
              </a:ext>
            </a:extLst>
          </p:cNvPr>
          <p:cNvSpPr/>
          <p:nvPr/>
        </p:nvSpPr>
        <p:spPr>
          <a:xfrm>
            <a:off x="1679953" y="4840329"/>
            <a:ext cx="8433582" cy="1815882"/>
          </a:xfrm>
          <a:prstGeom prst="rect">
            <a:avLst/>
          </a:prstGeom>
        </p:spPr>
        <p:txBody>
          <a:bodyPr wrap="square">
            <a:spAutoFit/>
          </a:bodyPr>
          <a:lstStyle/>
          <a:p>
            <a:r>
              <a:rPr lang="en-US" sz="2800" dirty="0"/>
              <a:t>Mississippian period showing the multiple layers of mound construction, mound structures such as temples or mortuaries, ramps with log stairs, and prior structures under later layers, multiple terraces, and intrusive burials</a:t>
            </a:r>
          </a:p>
        </p:txBody>
      </p:sp>
    </p:spTree>
    <p:extLst>
      <p:ext uri="{BB962C8B-B14F-4D97-AF65-F5344CB8AC3E}">
        <p14:creationId xmlns:p14="http://schemas.microsoft.com/office/powerpoint/2010/main" val="229419297"/>
      </p:ext>
    </p:extLst>
  </p:cSld>
  <p:clrMapOvr>
    <a:masterClrMapping/>
  </p:clrMapOvr>
  <mc:AlternateContent xmlns:mc="http://schemas.openxmlformats.org/markup-compatibility/2006" xmlns:p14="http://schemas.microsoft.com/office/powerpoint/2010/main">
    <mc:Choice Requires="p14">
      <p:transition spd="slow" p14:dur="2000" advTm="52742"/>
    </mc:Choice>
    <mc:Fallback xmlns="">
      <p:transition spd="slow" advTm="52742"/>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65000">
              <a:srgbClr val="FBED83"/>
            </a:gs>
            <a:gs pos="100000">
              <a:srgbClr val="FBED83"/>
            </a:gs>
          </a:gsLst>
          <a:lin ang="13500000" scaled="1"/>
          <a:tileRect/>
        </a:gra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941D383-C177-4BAA-B45E-01E8DFD41A4B}"/>
              </a:ext>
            </a:extLst>
          </p:cNvPr>
          <p:cNvPicPr>
            <a:picLocks noChangeAspect="1"/>
          </p:cNvPicPr>
          <p:nvPr/>
        </p:nvPicPr>
        <p:blipFill rotWithShape="1">
          <a:blip r:embed="rId4">
            <a:extLst>
              <a:ext uri="{BEBA8EAE-BF5A-486C-A8C5-ECC9F3942E4B}">
                <a14:imgProps xmlns:a14="http://schemas.microsoft.com/office/drawing/2010/main">
                  <a14:imgLayer r:embed="rId5">
                    <a14:imgEffect>
                      <a14:backgroundRemoval t="10000" b="90000" l="10000" r="90000"/>
                    </a14:imgEffect>
                  </a14:imgLayer>
                </a14:imgProps>
              </a:ext>
            </a:extLst>
          </a:blip>
          <a:srcRect l="10976" t="11529" r="11909" b="16890"/>
          <a:stretch/>
        </p:blipFill>
        <p:spPr>
          <a:xfrm>
            <a:off x="6415385" y="-137919"/>
            <a:ext cx="4046843" cy="5061723"/>
          </a:xfrm>
          <a:prstGeom prst="rect">
            <a:avLst/>
          </a:prstGeom>
          <a:effectLst>
            <a:outerShdw blurRad="50800" dist="38100" dir="8100000" algn="tr" rotWithShape="0">
              <a:prstClr val="black">
                <a:alpha val="93000"/>
              </a:prstClr>
            </a:outerShdw>
          </a:effectLst>
        </p:spPr>
      </p:pic>
      <p:pic>
        <p:nvPicPr>
          <p:cNvPr id="6" name="Picture 5">
            <a:extLst>
              <a:ext uri="{FF2B5EF4-FFF2-40B4-BE49-F238E27FC236}">
                <a16:creationId xmlns:a16="http://schemas.microsoft.com/office/drawing/2014/main" id="{D338D170-90F2-411E-84F1-F8DA25B83419}"/>
              </a:ext>
            </a:extLst>
          </p:cNvPr>
          <p:cNvPicPr>
            <a:picLocks noChangeAspect="1"/>
          </p:cNvPicPr>
          <p:nvPr/>
        </p:nvPicPr>
        <p:blipFill rotWithShape="1">
          <a:blip r:embed="rId6">
            <a:extLst>
              <a:ext uri="{BEBA8EAE-BF5A-486C-A8C5-ECC9F3942E4B}">
                <a14:imgProps xmlns:a14="http://schemas.microsoft.com/office/drawing/2010/main">
                  <a14:imgLayer r:embed="rId7">
                    <a14:imgEffect>
                      <a14:backgroundRemoval t="7934" b="89945" l="10000" r="90000">
                        <a14:foregroundMark x1="14625" y1="7934" x2="15375" y2="10148"/>
                      </a14:backgroundRemoval>
                    </a14:imgEffect>
                  </a14:imgLayer>
                </a14:imgProps>
              </a:ext>
            </a:extLst>
          </a:blip>
          <a:srcRect l="2073" t="5550" r="9852" b="14397"/>
          <a:stretch/>
        </p:blipFill>
        <p:spPr>
          <a:xfrm>
            <a:off x="7654707" y="1269896"/>
            <a:ext cx="4537293" cy="5588104"/>
          </a:xfrm>
          <a:prstGeom prst="rect">
            <a:avLst/>
          </a:prstGeom>
          <a:effectLst>
            <a:outerShdw blurRad="50800" dist="38100" dir="8100000" algn="tr" rotWithShape="0">
              <a:prstClr val="black">
                <a:alpha val="93000"/>
              </a:prstClr>
            </a:outerShdw>
          </a:effectLst>
        </p:spPr>
      </p:pic>
      <p:pic>
        <p:nvPicPr>
          <p:cNvPr id="7" name="Picture 6">
            <a:extLst>
              <a:ext uri="{FF2B5EF4-FFF2-40B4-BE49-F238E27FC236}">
                <a16:creationId xmlns:a16="http://schemas.microsoft.com/office/drawing/2014/main" id="{264CA61E-EB48-4CC3-A131-C64A86E55C58}"/>
              </a:ext>
            </a:extLst>
          </p:cNvPr>
          <p:cNvPicPr>
            <a:picLocks noChangeAspect="1"/>
          </p:cNvPicPr>
          <p:nvPr/>
        </p:nvPicPr>
        <p:blipFill>
          <a:blip r:embed="rId8"/>
          <a:stretch>
            <a:fillRect/>
          </a:stretch>
        </p:blipFill>
        <p:spPr>
          <a:xfrm>
            <a:off x="58234" y="-137919"/>
            <a:ext cx="5911813" cy="1193800"/>
          </a:xfrm>
          <a:prstGeom prst="rect">
            <a:avLst/>
          </a:prstGeom>
        </p:spPr>
      </p:pic>
      <p:pic>
        <p:nvPicPr>
          <p:cNvPr id="8" name="Picture 7">
            <a:extLst>
              <a:ext uri="{FF2B5EF4-FFF2-40B4-BE49-F238E27FC236}">
                <a16:creationId xmlns:a16="http://schemas.microsoft.com/office/drawing/2014/main" id="{614F59AA-53D3-4648-8752-ECC8CABC406B}"/>
              </a:ext>
            </a:extLst>
          </p:cNvPr>
          <p:cNvPicPr>
            <a:picLocks noChangeAspect="1"/>
          </p:cNvPicPr>
          <p:nvPr/>
        </p:nvPicPr>
        <p:blipFill rotWithShape="1">
          <a:blip r:embed="rId9">
            <a:extLst>
              <a:ext uri="{BEBA8EAE-BF5A-486C-A8C5-ECC9F3942E4B}">
                <a14:imgProps xmlns:a14="http://schemas.microsoft.com/office/drawing/2010/main">
                  <a14:imgLayer r:embed="rId10">
                    <a14:imgEffect>
                      <a14:backgroundRemoval t="8551" b="89878" l="10000" r="90000">
                        <a14:foregroundMark x1="49250" y1="8726" x2="54750" y2="9599"/>
                        <a14:foregroundMark x1="49000" y1="8551" x2="47625" y2="8551"/>
                      </a14:backgroundRemoval>
                    </a14:imgEffect>
                  </a14:imgLayer>
                </a14:imgProps>
              </a:ext>
            </a:extLst>
          </a:blip>
          <a:srcRect l="9412" t="8045" r="10827" b="11481"/>
          <a:stretch/>
        </p:blipFill>
        <p:spPr>
          <a:xfrm>
            <a:off x="4580018" y="2111761"/>
            <a:ext cx="3283872" cy="4746238"/>
          </a:xfrm>
          <a:prstGeom prst="rect">
            <a:avLst/>
          </a:prstGeom>
          <a:effectLst>
            <a:outerShdw blurRad="50800" dist="38100" dir="8100000" algn="tr" rotWithShape="0">
              <a:prstClr val="black">
                <a:alpha val="93000"/>
              </a:prstClr>
            </a:outerShdw>
          </a:effectLst>
        </p:spPr>
      </p:pic>
      <p:sp>
        <p:nvSpPr>
          <p:cNvPr id="4" name="Rectangle 3">
            <a:extLst>
              <a:ext uri="{FF2B5EF4-FFF2-40B4-BE49-F238E27FC236}">
                <a16:creationId xmlns:a16="http://schemas.microsoft.com/office/drawing/2014/main" id="{7C4CEB66-B2F6-4575-A22E-3FA7A26C7A50}"/>
              </a:ext>
            </a:extLst>
          </p:cNvPr>
          <p:cNvSpPr/>
          <p:nvPr/>
        </p:nvSpPr>
        <p:spPr>
          <a:xfrm>
            <a:off x="226522" y="1074493"/>
            <a:ext cx="5115499" cy="5555367"/>
          </a:xfrm>
          <a:prstGeom prst="rect">
            <a:avLst/>
          </a:prstGeom>
        </p:spPr>
        <p:txBody>
          <a:bodyPr wrap="square">
            <a:spAutoFit/>
          </a:bodyPr>
          <a:lstStyle/>
          <a:p>
            <a:pPr marL="457200" indent="-457200">
              <a:spcAft>
                <a:spcPts val="3000"/>
              </a:spcAft>
              <a:buBlip>
                <a:blip r:embed="rId11"/>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Immense, arid grassland with little rain made farming difficult</a:t>
            </a:r>
          </a:p>
          <a:p>
            <a:pPr marL="457200" indent="-457200">
              <a:spcAft>
                <a:spcPts val="3000"/>
              </a:spcAft>
              <a:buBlip>
                <a:blip r:embed="rId11"/>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Most tribes relied on </a:t>
            </a:r>
            <a:b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b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hunting buffalo</a:t>
            </a:r>
          </a:p>
          <a:p>
            <a:pPr marL="457200" indent="-457200">
              <a:spcAft>
                <a:spcPts val="3000"/>
              </a:spcAft>
              <a:buBlip>
                <a:blip r:embed="rId11"/>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Many lived in tipis to </a:t>
            </a:r>
            <a:b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b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allow for nomadic life</a:t>
            </a:r>
          </a:p>
          <a:p>
            <a:pPr marL="457200" indent="-457200">
              <a:spcAft>
                <a:spcPts val="3000"/>
              </a:spcAft>
              <a:buBlip>
                <a:blip r:embed="rId11"/>
              </a:buBlip>
            </a:pPr>
            <a:r>
              <a:rPr lang="en-US" sz="28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Tribes include the Great Sioux Nation, Blackfoot, Arapaho, Cheyenne, Hidatsa, Plains Apache</a:t>
            </a:r>
          </a:p>
        </p:txBody>
      </p:sp>
    </p:spTree>
    <p:custDataLst>
      <p:tags r:id="rId1"/>
    </p:custDataLst>
    <p:extLst>
      <p:ext uri="{BB962C8B-B14F-4D97-AF65-F5344CB8AC3E}">
        <p14:creationId xmlns:p14="http://schemas.microsoft.com/office/powerpoint/2010/main" val="4138656794"/>
      </p:ext>
    </p:extLst>
  </p:cSld>
  <p:clrMapOvr>
    <a:masterClrMapping/>
  </p:clrMapOvr>
  <mc:AlternateContent xmlns:mc="http://schemas.openxmlformats.org/markup-compatibility/2006" xmlns:p14="http://schemas.microsoft.com/office/powerpoint/2010/main">
    <mc:Choice Requires="p14">
      <p:transition spd="slow" p14:dur="2000" advTm="100654"/>
    </mc:Choice>
    <mc:Fallback xmlns="">
      <p:transition spd="slow" advTm="10065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65000">
              <a:srgbClr val="FBED83"/>
            </a:gs>
            <a:gs pos="100000">
              <a:srgbClr val="FBED83"/>
            </a:gs>
          </a:gsLst>
          <a:lin ang="13500000" scaled="1"/>
          <a:tileRect/>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B57915D-18DC-4A07-93AE-83361633C975}"/>
              </a:ext>
            </a:extLst>
          </p:cNvPr>
          <p:cNvPicPr>
            <a:picLocks noChangeAspect="1"/>
          </p:cNvPicPr>
          <p:nvPr/>
        </p:nvPicPr>
        <p:blipFill>
          <a:blip r:embed="rId3"/>
          <a:srcRect t="8222"/>
          <a:stretch>
            <a:fillRect/>
          </a:stretch>
        </p:blipFill>
        <p:spPr>
          <a:xfrm>
            <a:off x="984738" y="378541"/>
            <a:ext cx="10222523" cy="6391534"/>
          </a:xfrm>
          <a:prstGeom prst="rect">
            <a:avLst/>
          </a:prstGeom>
        </p:spPr>
      </p:pic>
      <p:pic>
        <p:nvPicPr>
          <p:cNvPr id="3" name="Picture 2">
            <a:extLst>
              <a:ext uri="{FF2B5EF4-FFF2-40B4-BE49-F238E27FC236}">
                <a16:creationId xmlns:a16="http://schemas.microsoft.com/office/drawing/2014/main" id="{C8E64BDE-1182-40B9-BFC3-EB890D8A89AE}"/>
              </a:ext>
            </a:extLst>
          </p:cNvPr>
          <p:cNvPicPr>
            <a:picLocks noChangeAspect="1"/>
          </p:cNvPicPr>
          <p:nvPr/>
        </p:nvPicPr>
        <p:blipFill>
          <a:blip r:embed="rId4"/>
          <a:stretch>
            <a:fillRect/>
          </a:stretch>
        </p:blipFill>
        <p:spPr>
          <a:xfrm>
            <a:off x="6280187" y="0"/>
            <a:ext cx="5911813" cy="1193800"/>
          </a:xfrm>
          <a:prstGeom prst="rect">
            <a:avLst/>
          </a:prstGeom>
        </p:spPr>
      </p:pic>
    </p:spTree>
    <p:extLst>
      <p:ext uri="{BB962C8B-B14F-4D97-AF65-F5344CB8AC3E}">
        <p14:creationId xmlns:p14="http://schemas.microsoft.com/office/powerpoint/2010/main" val="4016386454"/>
      </p:ext>
    </p:extLst>
  </p:cSld>
  <p:clrMapOvr>
    <a:masterClrMapping/>
  </p:clrMapOvr>
  <mc:AlternateContent xmlns:mc="http://schemas.openxmlformats.org/markup-compatibility/2006" xmlns:p14="http://schemas.microsoft.com/office/powerpoint/2010/main">
    <mc:Choice Requires="p14">
      <p:transition spd="slow" p14:dur="2000" advTm="18818"/>
    </mc:Choice>
    <mc:Fallback xmlns="">
      <p:transition spd="slow" advTm="18818"/>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8B0EDF6-76B4-40AD-8851-E13266D87393}"/>
              </a:ext>
            </a:extLst>
          </p:cNvPr>
          <p:cNvPicPr>
            <a:picLocks noChangeAspect="1"/>
          </p:cNvPicPr>
          <p:nvPr/>
        </p:nvPicPr>
        <p:blipFill rotWithShape="1">
          <a:blip r:embed="rId3"/>
          <a:srcRect t="6643"/>
          <a:stretch/>
        </p:blipFill>
        <p:spPr>
          <a:xfrm>
            <a:off x="1524000" y="0"/>
            <a:ext cx="9144000" cy="6858000"/>
          </a:xfrm>
          <a:prstGeom prst="rect">
            <a:avLst/>
          </a:prstGeom>
        </p:spPr>
      </p:pic>
    </p:spTree>
    <p:extLst>
      <p:ext uri="{BB962C8B-B14F-4D97-AF65-F5344CB8AC3E}">
        <p14:creationId xmlns:p14="http://schemas.microsoft.com/office/powerpoint/2010/main" val="3499432145"/>
      </p:ext>
    </p:extLst>
  </p:cSld>
  <p:clrMapOvr>
    <a:masterClrMapping/>
  </p:clrMapOvr>
  <mc:AlternateContent xmlns:mc="http://schemas.openxmlformats.org/markup-compatibility/2006" xmlns:p14="http://schemas.microsoft.com/office/powerpoint/2010/main">
    <mc:Choice Requires="p14">
      <p:transition spd="slow" p14:dur="2000" advTm="24158"/>
    </mc:Choice>
    <mc:Fallback xmlns="">
      <p:transition spd="slow" advTm="24158"/>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65000">
              <a:srgbClr val="FBED83"/>
            </a:gs>
            <a:gs pos="100000">
              <a:srgbClr val="FBED83"/>
            </a:gs>
          </a:gsLst>
          <a:lin ang="13500000" scaled="1"/>
          <a:tileRect/>
        </a:gra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5D9D81-40F9-4F69-A00C-F69CF2ACC3C8}"/>
              </a:ext>
            </a:extLst>
          </p:cNvPr>
          <p:cNvPicPr>
            <a:picLocks noChangeAspect="1"/>
          </p:cNvPicPr>
          <p:nvPr/>
        </p:nvPicPr>
        <p:blipFill rotWithShape="1">
          <a:blip r:embed="rId3"/>
          <a:srcRect l="1250" r="3334"/>
          <a:stretch/>
        </p:blipFill>
        <p:spPr>
          <a:xfrm>
            <a:off x="1529156" y="127001"/>
            <a:ext cx="9138844" cy="6612727"/>
          </a:xfrm>
          <a:prstGeom prst="rect">
            <a:avLst/>
          </a:prstGeom>
        </p:spPr>
      </p:pic>
    </p:spTree>
    <p:extLst>
      <p:ext uri="{BB962C8B-B14F-4D97-AF65-F5344CB8AC3E}">
        <p14:creationId xmlns:p14="http://schemas.microsoft.com/office/powerpoint/2010/main" val="2094538708"/>
      </p:ext>
    </p:extLst>
  </p:cSld>
  <p:clrMapOvr>
    <a:masterClrMapping/>
  </p:clrMapOvr>
  <mc:AlternateContent xmlns:mc="http://schemas.openxmlformats.org/markup-compatibility/2006" xmlns:p14="http://schemas.microsoft.com/office/powerpoint/2010/main">
    <mc:Choice Requires="p14">
      <p:transition spd="slow" p14:dur="2000" advTm="22788"/>
    </mc:Choice>
    <mc:Fallback xmlns="">
      <p:transition spd="slow" advTm="2278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9DBA68-A8A0-4769-91FF-1AA34825F0C8}"/>
              </a:ext>
            </a:extLst>
          </p:cNvPr>
          <p:cNvPicPr>
            <a:picLocks noChangeAspect="1"/>
          </p:cNvPicPr>
          <p:nvPr/>
        </p:nvPicPr>
        <p:blipFill>
          <a:blip r:embed="rId3"/>
          <a:stretch>
            <a:fillRect/>
          </a:stretch>
        </p:blipFill>
        <p:spPr>
          <a:xfrm>
            <a:off x="1626428" y="0"/>
            <a:ext cx="8939145" cy="6858000"/>
          </a:xfrm>
          <a:prstGeom prst="rect">
            <a:avLst/>
          </a:prstGeom>
        </p:spPr>
      </p:pic>
    </p:spTree>
    <p:extLst>
      <p:ext uri="{BB962C8B-B14F-4D97-AF65-F5344CB8AC3E}">
        <p14:creationId xmlns:p14="http://schemas.microsoft.com/office/powerpoint/2010/main" val="2395700621"/>
      </p:ext>
    </p:extLst>
  </p:cSld>
  <p:clrMapOvr>
    <a:masterClrMapping/>
  </p:clrMapOvr>
  <mc:AlternateContent xmlns:mc="http://schemas.openxmlformats.org/markup-compatibility/2006" xmlns:p14="http://schemas.microsoft.com/office/powerpoint/2010/main">
    <mc:Choice Requires="p14">
      <p:transition spd="slow" p14:dur="2000" advTm="14150"/>
    </mc:Choice>
    <mc:Fallback xmlns="">
      <p:transition spd="slow" advTm="14150"/>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65000">
              <a:srgbClr val="B17250"/>
            </a:gs>
            <a:gs pos="100000">
              <a:srgbClr val="B17250"/>
            </a:gs>
          </a:gsLst>
          <a:lin ang="13500000" scaled="1"/>
          <a:tileRect/>
        </a:gra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CACB68-60A4-4E7C-8441-4C8B3C834F6F}"/>
              </a:ext>
            </a:extLst>
          </p:cNvPr>
          <p:cNvPicPr>
            <a:picLocks noChangeAspect="1"/>
          </p:cNvPicPr>
          <p:nvPr/>
        </p:nvPicPr>
        <p:blipFill>
          <a:blip r:embed="rId4"/>
          <a:stretch>
            <a:fillRect/>
          </a:stretch>
        </p:blipFill>
        <p:spPr>
          <a:xfrm>
            <a:off x="8310578" y="0"/>
            <a:ext cx="3913971" cy="5852667"/>
          </a:xfrm>
          <a:prstGeom prst="rect">
            <a:avLst/>
          </a:prstGeom>
        </p:spPr>
      </p:pic>
      <p:pic>
        <p:nvPicPr>
          <p:cNvPr id="5" name="Picture 4">
            <a:extLst>
              <a:ext uri="{FF2B5EF4-FFF2-40B4-BE49-F238E27FC236}">
                <a16:creationId xmlns:a16="http://schemas.microsoft.com/office/drawing/2014/main" id="{0B1FA87C-24D6-41B6-81B2-9B18B46A3516}"/>
              </a:ext>
            </a:extLst>
          </p:cNvPr>
          <p:cNvPicPr>
            <a:picLocks noChangeAspect="1"/>
          </p:cNvPicPr>
          <p:nvPr/>
        </p:nvPicPr>
        <p:blipFill>
          <a:blip r:embed="rId5"/>
          <a:stretch>
            <a:fillRect/>
          </a:stretch>
        </p:blipFill>
        <p:spPr>
          <a:xfrm>
            <a:off x="160050" y="138687"/>
            <a:ext cx="6368600" cy="1089295"/>
          </a:xfrm>
          <a:prstGeom prst="rect">
            <a:avLst/>
          </a:prstGeom>
        </p:spPr>
      </p:pic>
      <p:pic>
        <p:nvPicPr>
          <p:cNvPr id="9" name="Picture 8">
            <a:extLst>
              <a:ext uri="{FF2B5EF4-FFF2-40B4-BE49-F238E27FC236}">
                <a16:creationId xmlns:a16="http://schemas.microsoft.com/office/drawing/2014/main" id="{29580283-E677-4786-8867-2EC4FD36D050}"/>
              </a:ext>
            </a:extLst>
          </p:cNvPr>
          <p:cNvPicPr>
            <a:picLocks noChangeAspect="1"/>
          </p:cNvPicPr>
          <p:nvPr/>
        </p:nvPicPr>
        <p:blipFill>
          <a:blip r:embed="rId6"/>
          <a:stretch>
            <a:fillRect/>
          </a:stretch>
        </p:blipFill>
        <p:spPr>
          <a:xfrm>
            <a:off x="4737727" y="1140057"/>
            <a:ext cx="4602879" cy="6078239"/>
          </a:xfrm>
          <a:prstGeom prst="rect">
            <a:avLst/>
          </a:prstGeom>
        </p:spPr>
      </p:pic>
      <p:sp>
        <p:nvSpPr>
          <p:cNvPr id="6" name="Rectangle 5">
            <a:extLst>
              <a:ext uri="{FF2B5EF4-FFF2-40B4-BE49-F238E27FC236}">
                <a16:creationId xmlns:a16="http://schemas.microsoft.com/office/drawing/2014/main" id="{4893E6FA-1067-4A6C-B0EC-4C90E1B991A5}"/>
              </a:ext>
            </a:extLst>
          </p:cNvPr>
          <p:cNvSpPr/>
          <p:nvPr/>
        </p:nvSpPr>
        <p:spPr>
          <a:xfrm>
            <a:off x="160050" y="1371600"/>
            <a:ext cx="5607704" cy="5124480"/>
          </a:xfrm>
          <a:prstGeom prst="rect">
            <a:avLst/>
          </a:prstGeom>
        </p:spPr>
        <p:txBody>
          <a:bodyPr wrap="square">
            <a:spAutoFit/>
          </a:bodyPr>
          <a:lstStyle/>
          <a:p>
            <a:pPr marL="457200" indent="-457200">
              <a:spcAft>
                <a:spcPts val="3000"/>
              </a:spcAft>
              <a:buBlip>
                <a:blip r:embed="rId7"/>
              </a:buBlip>
            </a:pPr>
            <a:r>
              <a:rPr lang="en-US" sz="36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Located between the Rocky Mountains and the Sierra Nevada </a:t>
            </a:r>
          </a:p>
          <a:p>
            <a:pPr marL="457200" indent="-457200">
              <a:spcAft>
                <a:spcPts val="3000"/>
              </a:spcAft>
              <a:buBlip>
                <a:blip r:embed="rId7"/>
              </a:buBlip>
            </a:pPr>
            <a:r>
              <a:rPr lang="en-US" sz="36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Includes Shoshone &amp; Paiute</a:t>
            </a:r>
          </a:p>
          <a:p>
            <a:pPr marL="457200" indent="-457200">
              <a:spcAft>
                <a:spcPts val="3000"/>
              </a:spcAft>
              <a:buBlip>
                <a:blip r:embed="rId7"/>
              </a:buBlip>
            </a:pPr>
            <a:r>
              <a:rPr lang="en-US" sz="36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Nomadic, desert culture</a:t>
            </a:r>
          </a:p>
          <a:p>
            <a:pPr marL="457200" indent="-457200">
              <a:spcAft>
                <a:spcPts val="3000"/>
              </a:spcAft>
              <a:buBlip>
                <a:blip r:embed="rId7"/>
              </a:buBlip>
            </a:pPr>
            <a:r>
              <a:rPr lang="en-US" sz="36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Most all lived peacefully and shared territories</a:t>
            </a:r>
          </a:p>
        </p:txBody>
      </p:sp>
    </p:spTree>
    <p:custDataLst>
      <p:tags r:id="rId1"/>
    </p:custDataLst>
    <p:extLst>
      <p:ext uri="{BB962C8B-B14F-4D97-AF65-F5344CB8AC3E}">
        <p14:creationId xmlns:p14="http://schemas.microsoft.com/office/powerpoint/2010/main" val="2427708506"/>
      </p:ext>
    </p:extLst>
  </p:cSld>
  <p:clrMapOvr>
    <a:masterClrMapping/>
  </p:clrMapOvr>
  <mc:AlternateContent xmlns:mc="http://schemas.openxmlformats.org/markup-compatibility/2006" xmlns:p14="http://schemas.microsoft.com/office/powerpoint/2010/main">
    <mc:Choice Requires="p14">
      <p:transition spd="slow" p14:dur="2000" advTm="119847"/>
    </mc:Choice>
    <mc:Fallback xmlns="">
      <p:transition spd="slow" advTm="11984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wipe(left)">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left)">
                                      <p:cBhvr>
                                        <p:cTn id="12" dur="500"/>
                                        <p:tgtEl>
                                          <p:spTgt spid="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animEffect transition="in" filter="wipe(left)">
                                      <p:cBhvr>
                                        <p:cTn id="17" dur="500"/>
                                        <p:tgtEl>
                                          <p:spTgt spid="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wipe(left)">
                                      <p:cBhvr>
                                        <p:cTn id="22"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gradFill flip="none" rotWithShape="1">
          <a:gsLst>
            <a:gs pos="22000">
              <a:schemeClr val="bg1"/>
            </a:gs>
            <a:gs pos="54000">
              <a:srgbClr val="DEA2B6"/>
            </a:gs>
            <a:gs pos="100000">
              <a:srgbClr val="66A0C1"/>
            </a:gs>
          </a:gsLst>
          <a:lin ang="13500000" scaled="1"/>
          <a:tileRect/>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25B9D77-5800-417C-9788-DBACB5FCD5E2}"/>
              </a:ext>
            </a:extLst>
          </p:cNvPr>
          <p:cNvPicPr>
            <a:picLocks noChangeAspect="1"/>
          </p:cNvPicPr>
          <p:nvPr/>
        </p:nvPicPr>
        <p:blipFill>
          <a:blip r:embed="rId4"/>
          <a:stretch>
            <a:fillRect/>
          </a:stretch>
        </p:blipFill>
        <p:spPr>
          <a:xfrm>
            <a:off x="440361" y="0"/>
            <a:ext cx="4217670" cy="6858000"/>
          </a:xfrm>
          <a:prstGeom prst="rect">
            <a:avLst/>
          </a:prstGeom>
        </p:spPr>
      </p:pic>
      <p:pic>
        <p:nvPicPr>
          <p:cNvPr id="5" name="Picture 4">
            <a:extLst>
              <a:ext uri="{FF2B5EF4-FFF2-40B4-BE49-F238E27FC236}">
                <a16:creationId xmlns:a16="http://schemas.microsoft.com/office/drawing/2014/main" id="{DE8926E8-4288-4205-AAA0-CED55F115DAC}"/>
              </a:ext>
            </a:extLst>
          </p:cNvPr>
          <p:cNvPicPr>
            <a:picLocks noChangeAspect="1"/>
          </p:cNvPicPr>
          <p:nvPr/>
        </p:nvPicPr>
        <p:blipFill rotWithShape="1">
          <a:blip r:embed="rId5"/>
          <a:srcRect r="8614" b="8656"/>
          <a:stretch/>
        </p:blipFill>
        <p:spPr>
          <a:xfrm>
            <a:off x="1524001" y="0"/>
            <a:ext cx="9187109" cy="849086"/>
          </a:xfrm>
          <a:prstGeom prst="rect">
            <a:avLst/>
          </a:prstGeom>
        </p:spPr>
      </p:pic>
      <p:sp>
        <p:nvSpPr>
          <p:cNvPr id="7" name="Rectangle 6">
            <a:extLst>
              <a:ext uri="{FF2B5EF4-FFF2-40B4-BE49-F238E27FC236}">
                <a16:creationId xmlns:a16="http://schemas.microsoft.com/office/drawing/2014/main" id="{F2CD46DD-473C-47F8-B695-5CD96BDE55B6}"/>
              </a:ext>
            </a:extLst>
          </p:cNvPr>
          <p:cNvSpPr/>
          <p:nvPr/>
        </p:nvSpPr>
        <p:spPr>
          <a:xfrm>
            <a:off x="4853354" y="1354015"/>
            <a:ext cx="7069015" cy="5170646"/>
          </a:xfrm>
          <a:prstGeom prst="rect">
            <a:avLst/>
          </a:prstGeom>
        </p:spPr>
        <p:txBody>
          <a:bodyPr wrap="square">
            <a:spAutoFit/>
          </a:bodyPr>
          <a:lstStyle/>
          <a:p>
            <a:pPr marL="457200" indent="-457200">
              <a:spcAft>
                <a:spcPts val="3000"/>
              </a:spcAft>
              <a:buBlip>
                <a:blip r:embed="rId6"/>
              </a:buBlip>
            </a:pPr>
            <a:r>
              <a:rPr lang="en-US" sz="4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Mild climate and abundant natural resources</a:t>
            </a:r>
          </a:p>
          <a:p>
            <a:pPr marL="457200" indent="-457200">
              <a:spcAft>
                <a:spcPts val="3000"/>
              </a:spcAft>
              <a:buBlip>
                <a:blip r:embed="rId6"/>
              </a:buBlip>
            </a:pPr>
            <a:r>
              <a:rPr lang="en-US" sz="4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Hunting of salmon, otters, seals, and whales </a:t>
            </a:r>
          </a:p>
          <a:p>
            <a:pPr marL="457200" indent="-457200">
              <a:spcAft>
                <a:spcPts val="3000"/>
              </a:spcAft>
              <a:buBlip>
                <a:blip r:embed="rId6"/>
              </a:buBlip>
            </a:pPr>
            <a:r>
              <a:rPr lang="en-US" sz="4000" dirty="0">
                <a:ln>
                  <a:solidFill>
                    <a:sysClr val="windowText" lastClr="000000"/>
                  </a:solidFill>
                </a:ln>
                <a:solidFill>
                  <a:schemeClr val="bg1"/>
                </a:solidFill>
                <a:effectLst>
                  <a:outerShdw blurRad="38100" dist="38100" dir="2700000" algn="tl">
                    <a:srgbClr val="000000">
                      <a:alpha val="43137"/>
                    </a:srgbClr>
                  </a:outerShdw>
                </a:effectLst>
                <a:latin typeface="Bernard MT Condensed" panose="02050806060905020404" pitchFamily="18" charset="0"/>
              </a:rPr>
              <a:t>Tribes include the Salish, Chinook, Nez Perce, Mojave, Yuma, &amp; Modoc</a:t>
            </a:r>
          </a:p>
        </p:txBody>
      </p:sp>
    </p:spTree>
    <p:custDataLst>
      <p:tags r:id="rId1"/>
    </p:custDataLst>
    <p:extLst>
      <p:ext uri="{BB962C8B-B14F-4D97-AF65-F5344CB8AC3E}">
        <p14:creationId xmlns:p14="http://schemas.microsoft.com/office/powerpoint/2010/main" val="111972616"/>
      </p:ext>
    </p:extLst>
  </p:cSld>
  <p:clrMapOvr>
    <a:masterClrMapping/>
  </p:clrMapOvr>
  <mc:AlternateContent xmlns:mc="http://schemas.openxmlformats.org/markup-compatibility/2006" xmlns:p14="http://schemas.microsoft.com/office/powerpoint/2010/main">
    <mc:Choice Requires="p14">
      <p:transition spd="slow" p14:dur="2000" advTm="187719"/>
    </mc:Choice>
    <mc:Fallback xmlns="">
      <p:transition spd="slow" advTm="187719"/>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883863-C8B4-4DAC-BB1B-9796182D2682}"/>
              </a:ext>
            </a:extLst>
          </p:cNvPr>
          <p:cNvPicPr>
            <a:picLocks noChangeAspect="1"/>
          </p:cNvPicPr>
          <p:nvPr/>
        </p:nvPicPr>
        <p:blipFill>
          <a:blip r:embed="rId3"/>
          <a:stretch>
            <a:fillRect/>
          </a:stretch>
        </p:blipFill>
        <p:spPr>
          <a:xfrm>
            <a:off x="1686932" y="0"/>
            <a:ext cx="8564137" cy="6858000"/>
          </a:xfrm>
          <a:prstGeom prst="rect">
            <a:avLst/>
          </a:prstGeom>
        </p:spPr>
      </p:pic>
    </p:spTree>
    <p:extLst>
      <p:ext uri="{BB962C8B-B14F-4D97-AF65-F5344CB8AC3E}">
        <p14:creationId xmlns:p14="http://schemas.microsoft.com/office/powerpoint/2010/main" val="3591642496"/>
      </p:ext>
    </p:extLst>
  </p:cSld>
  <p:clrMapOvr>
    <a:masterClrMapping/>
  </p:clrMapOvr>
  <mc:AlternateContent xmlns:mc="http://schemas.openxmlformats.org/markup-compatibility/2006" xmlns:p14="http://schemas.microsoft.com/office/powerpoint/2010/main">
    <mc:Choice Requires="p14">
      <p:transition spd="slow" p14:dur="2000" advTm="87478"/>
    </mc:Choice>
    <mc:Fallback xmlns="">
      <p:transition spd="slow" advTm="87478"/>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Algonquin Village">
            <a:hlinkClick r:id="" action="ppaction://media"/>
            <a:extLst>
              <a:ext uri="{FF2B5EF4-FFF2-40B4-BE49-F238E27FC236}">
                <a16:creationId xmlns:a16="http://schemas.microsoft.com/office/drawing/2014/main" id="{0BD0F1A5-EB1F-FEAB-DC1C-FC092E20194E}"/>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l="22124" r="9813"/>
          <a:stretch>
            <a:fillRect/>
          </a:stretch>
        </p:blipFill>
        <p:spPr>
          <a:xfrm>
            <a:off x="4026568" y="0"/>
            <a:ext cx="8165432" cy="6858000"/>
          </a:xfrm>
          <a:prstGeom prst="rect">
            <a:avLst/>
          </a:prstGeom>
        </p:spPr>
      </p:pic>
      <p:sp>
        <p:nvSpPr>
          <p:cNvPr id="7" name="Rectangle 6">
            <a:extLst>
              <a:ext uri="{FF2B5EF4-FFF2-40B4-BE49-F238E27FC236}">
                <a16:creationId xmlns:a16="http://schemas.microsoft.com/office/drawing/2014/main" id="{EB393BDC-68E3-41F6-52DD-C9C2E8D42B9B}"/>
              </a:ext>
            </a:extLst>
          </p:cNvPr>
          <p:cNvSpPr/>
          <p:nvPr/>
        </p:nvSpPr>
        <p:spPr>
          <a:xfrm>
            <a:off x="2815389" y="-938463"/>
            <a:ext cx="2654969" cy="9071809"/>
          </a:xfrm>
          <a:prstGeom prst="rect">
            <a:avLst/>
          </a:prstGeom>
          <a:solidFill>
            <a:schemeClr val="bg1"/>
          </a:solidFill>
          <a:ln>
            <a:noFill/>
          </a:ln>
          <a:effectLst>
            <a:softEdge rad="635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92D70163-C767-1EDF-F2F7-432B3BFCFC40}"/>
              </a:ext>
            </a:extLst>
          </p:cNvPr>
          <p:cNvPicPr>
            <a:picLocks noChangeAspect="1"/>
          </p:cNvPicPr>
          <p:nvPr/>
        </p:nvPicPr>
        <p:blipFill>
          <a:blip r:embed="rId5"/>
          <a:stretch>
            <a:fillRect/>
          </a:stretch>
        </p:blipFill>
        <p:spPr>
          <a:xfrm>
            <a:off x="161283" y="0"/>
            <a:ext cx="7079658" cy="1405890"/>
          </a:xfrm>
          <a:prstGeom prst="rect">
            <a:avLst/>
          </a:prstGeom>
        </p:spPr>
      </p:pic>
      <p:sp>
        <p:nvSpPr>
          <p:cNvPr id="4" name="TextBox 3">
            <a:extLst>
              <a:ext uri="{FF2B5EF4-FFF2-40B4-BE49-F238E27FC236}">
                <a16:creationId xmlns:a16="http://schemas.microsoft.com/office/drawing/2014/main" id="{CD9DA3C4-0310-5B35-9650-5CA2C189066E}"/>
              </a:ext>
            </a:extLst>
          </p:cNvPr>
          <p:cNvSpPr txBox="1"/>
          <p:nvPr/>
        </p:nvSpPr>
        <p:spPr>
          <a:xfrm>
            <a:off x="275987" y="1389848"/>
            <a:ext cx="4761234" cy="5078313"/>
          </a:xfrm>
          <a:prstGeom prst="rect">
            <a:avLst/>
          </a:prstGeom>
          <a:noFill/>
        </p:spPr>
        <p:txBody>
          <a:bodyPr wrap="square">
            <a:spAutoFit/>
          </a:bodyPr>
          <a:lstStyle/>
          <a:p>
            <a:r>
              <a:rPr lang="en-US" sz="3600" dirty="0"/>
              <a:t>Choose one Indigenous American culture area and describe two ways the people in that region adapted to their environment. Be sure to include how these adaptations shaped their daily life or society.</a:t>
            </a:r>
          </a:p>
        </p:txBody>
      </p:sp>
    </p:spTree>
    <p:extLst>
      <p:ext uri="{BB962C8B-B14F-4D97-AF65-F5344CB8AC3E}">
        <p14:creationId xmlns:p14="http://schemas.microsoft.com/office/powerpoint/2010/main" val="219968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7999"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4.2|18|14.5"/>
</p:tagLst>
</file>

<file path=ppt/tags/tag2.xml><?xml version="1.0" encoding="utf-8"?>
<p:tagLst xmlns:a="http://schemas.openxmlformats.org/drawingml/2006/main" xmlns:r="http://schemas.openxmlformats.org/officeDocument/2006/relationships" xmlns:p="http://schemas.openxmlformats.org/presentationml/2006/main">
  <p:tag name="TIMING" val="|9.3|14|55.1|12.6"/>
</p:tagLst>
</file>

<file path=ppt/tags/tag3.xml><?xml version="1.0" encoding="utf-8"?>
<p:tagLst xmlns:a="http://schemas.openxmlformats.org/drawingml/2006/main" xmlns:r="http://schemas.openxmlformats.org/officeDocument/2006/relationships" xmlns:p="http://schemas.openxmlformats.org/presentationml/2006/main">
  <p:tag name="TIMING" val="|6|32.6|12.7"/>
</p:tagLst>
</file>

<file path=ppt/tags/tag4.xml><?xml version="1.0" encoding="utf-8"?>
<p:tagLst xmlns:a="http://schemas.openxmlformats.org/drawingml/2006/main" xmlns:r="http://schemas.openxmlformats.org/officeDocument/2006/relationships" xmlns:p="http://schemas.openxmlformats.org/presentationml/2006/main">
  <p:tag name="TIMING" val="|10.9|16.1|13.2|3.9"/>
</p:tagLst>
</file>

<file path=ppt/tags/tag5.xml><?xml version="1.0" encoding="utf-8"?>
<p:tagLst xmlns:a="http://schemas.openxmlformats.org/drawingml/2006/main" xmlns:r="http://schemas.openxmlformats.org/officeDocument/2006/relationships" xmlns:p="http://schemas.openxmlformats.org/presentationml/2006/main">
  <p:tag name="TIMING" val="|16.6|27.5|13.6"/>
</p:tagLst>
</file>

<file path=ppt/tags/tag6.xml><?xml version="1.0" encoding="utf-8"?>
<p:tagLst xmlns:a="http://schemas.openxmlformats.org/drawingml/2006/main" xmlns:r="http://schemas.openxmlformats.org/officeDocument/2006/relationships" xmlns:p="http://schemas.openxmlformats.org/presentationml/2006/main">
  <p:tag name="TIMING" val="|5.3|14.1|12.9"/>
</p:tagLst>
</file>

<file path=ppt/tags/tag7.xml><?xml version="1.0" encoding="utf-8"?>
<p:tagLst xmlns:a="http://schemas.openxmlformats.org/drawingml/2006/main" xmlns:r="http://schemas.openxmlformats.org/officeDocument/2006/relationships" xmlns:p="http://schemas.openxmlformats.org/presentationml/2006/main">
  <p:tag name="TIMING" val="|8.8|10.7|6.2|21.6"/>
</p:tagLst>
</file>

<file path=ppt/tags/tag8.xml><?xml version="1.0" encoding="utf-8"?>
<p:tagLst xmlns:a="http://schemas.openxmlformats.org/drawingml/2006/main" xmlns:r="http://schemas.openxmlformats.org/officeDocument/2006/relationships" xmlns:p="http://schemas.openxmlformats.org/presentationml/2006/main">
  <p:tag name="TIMING" val="|27.4|14.4|12.5|2.5"/>
</p:tagLst>
</file>

<file path=ppt/tags/tag9.xml><?xml version="1.0" encoding="utf-8"?>
<p:tagLst xmlns:a="http://schemas.openxmlformats.org/drawingml/2006/main" xmlns:r="http://schemas.openxmlformats.org/officeDocument/2006/relationships" xmlns:p="http://schemas.openxmlformats.org/presentationml/2006/main">
  <p:tag name="TIMING" val="|14.9|21|14.1|5.2"/>
</p:tagLst>
</file>

<file path=ppt/tags/tag10.xml><?xml version="1.0" encoding="utf-8"?>
<p:tagLst xmlns:a="http://schemas.openxmlformats.org/drawingml/2006/main" xmlns:r="http://schemas.openxmlformats.org/officeDocument/2006/relationships" xmlns:p="http://schemas.openxmlformats.org/presentationml/2006/main">
  <p:tag name="TIMING" val="|19.3|59.5|14.9"/>
</p:tagLst>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10016</TotalTime>
  <Words>2506</Words>
  <Application>Microsoft Office PowerPoint</Application>
  <PresentationFormat>Widescreen</PresentationFormat>
  <Paragraphs>143</Paragraphs>
  <Slides>26</Slides>
  <Notes>25</Notes>
  <HiddenSlides>0</HiddenSlides>
  <MMClips>2</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26</vt:i4>
      </vt:variant>
    </vt:vector>
  </HeadingPairs>
  <TitlesOfParts>
    <vt:vector size="32" baseType="lpstr">
      <vt:lpstr>Arial</vt:lpstr>
      <vt:lpstr>Bernard MT Condensed</vt:lpstr>
      <vt:lpstr>Calibri</vt:lpstr>
      <vt:lpstr>Calibri Light</vt:lpstr>
      <vt:lpstr>Times New Roman</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 Indian Groups</dc:title>
  <dc:creator>Luke Rosa</dc:creator>
  <cp:lastModifiedBy>Luke Rosa</cp:lastModifiedBy>
  <cp:revision>67</cp:revision>
  <dcterms:created xsi:type="dcterms:W3CDTF">2021-03-04T19:18:37Z</dcterms:created>
  <dcterms:modified xsi:type="dcterms:W3CDTF">2025-07-01T14:44:07Z</dcterms:modified>
</cp:coreProperties>
</file>